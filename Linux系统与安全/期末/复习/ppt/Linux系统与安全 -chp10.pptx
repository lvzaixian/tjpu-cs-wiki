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50" r:id="rId2"/>
  </p:sldMasterIdLst>
  <p:notesMasterIdLst>
    <p:notesMasterId r:id="rId30"/>
  </p:notesMasterIdLst>
  <p:handoutMasterIdLst>
    <p:handoutMasterId r:id="rId31"/>
  </p:handout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Lst>
  <p:sldSz cx="9144000" cy="6858000" type="screen4x3"/>
  <p:notesSz cx="6858000" cy="9144000"/>
  <p:defaultTextStyle>
    <a:defPPr>
      <a:defRPr lang="en-GB"/>
    </a:defPPr>
    <a:lvl1pPr algn="l" rtl="0" eaLnBrk="0" fontAlgn="base" hangingPunct="0">
      <a:spcBef>
        <a:spcPct val="0"/>
      </a:spcBef>
      <a:spcAft>
        <a:spcPct val="0"/>
      </a:spcAft>
      <a:defRPr sz="2800" b="1" kern="1200">
        <a:solidFill>
          <a:srgbClr val="000000"/>
        </a:solidFill>
        <a:latin typeface="AR PL SungtiL GB" charset="0"/>
        <a:ea typeface="宋体" panose="02010600030101010101" pitchFamily="2" charset="-122"/>
        <a:cs typeface="+mn-cs"/>
      </a:defRPr>
    </a:lvl1pPr>
    <a:lvl2pPr marL="457200" algn="l" rtl="0" eaLnBrk="0" fontAlgn="base" hangingPunct="0">
      <a:spcBef>
        <a:spcPct val="0"/>
      </a:spcBef>
      <a:spcAft>
        <a:spcPct val="0"/>
      </a:spcAft>
      <a:defRPr sz="2800" b="1" kern="1200">
        <a:solidFill>
          <a:srgbClr val="000000"/>
        </a:solidFill>
        <a:latin typeface="AR PL SungtiL GB" charset="0"/>
        <a:ea typeface="宋体" panose="02010600030101010101" pitchFamily="2" charset="-122"/>
        <a:cs typeface="+mn-cs"/>
      </a:defRPr>
    </a:lvl2pPr>
    <a:lvl3pPr marL="914400" algn="l" rtl="0" eaLnBrk="0" fontAlgn="base" hangingPunct="0">
      <a:spcBef>
        <a:spcPct val="0"/>
      </a:spcBef>
      <a:spcAft>
        <a:spcPct val="0"/>
      </a:spcAft>
      <a:defRPr sz="2800" b="1" kern="1200">
        <a:solidFill>
          <a:srgbClr val="000000"/>
        </a:solidFill>
        <a:latin typeface="AR PL SungtiL GB" charset="0"/>
        <a:ea typeface="宋体" panose="02010600030101010101" pitchFamily="2" charset="-122"/>
        <a:cs typeface="+mn-cs"/>
      </a:defRPr>
    </a:lvl3pPr>
    <a:lvl4pPr marL="1371600" algn="l" rtl="0" eaLnBrk="0" fontAlgn="base" hangingPunct="0">
      <a:spcBef>
        <a:spcPct val="0"/>
      </a:spcBef>
      <a:spcAft>
        <a:spcPct val="0"/>
      </a:spcAft>
      <a:defRPr sz="2800" b="1" kern="1200">
        <a:solidFill>
          <a:srgbClr val="000000"/>
        </a:solidFill>
        <a:latin typeface="AR PL SungtiL GB" charset="0"/>
        <a:ea typeface="宋体" panose="02010600030101010101" pitchFamily="2" charset="-122"/>
        <a:cs typeface="+mn-cs"/>
      </a:defRPr>
    </a:lvl4pPr>
    <a:lvl5pPr marL="1828800" algn="l" rtl="0" eaLnBrk="0" fontAlgn="base" hangingPunct="0">
      <a:spcBef>
        <a:spcPct val="0"/>
      </a:spcBef>
      <a:spcAft>
        <a:spcPct val="0"/>
      </a:spcAft>
      <a:defRPr sz="2800" b="1" kern="1200">
        <a:solidFill>
          <a:srgbClr val="000000"/>
        </a:solidFill>
        <a:latin typeface="AR PL SungtiL GB" charset="0"/>
        <a:ea typeface="宋体" panose="02010600030101010101" pitchFamily="2" charset="-122"/>
        <a:cs typeface="+mn-cs"/>
      </a:defRPr>
    </a:lvl5pPr>
    <a:lvl6pPr marL="2286000" algn="l" defTabSz="914400" rtl="0" eaLnBrk="1" latinLnBrk="0" hangingPunct="1">
      <a:defRPr sz="2800" b="1" kern="1200">
        <a:solidFill>
          <a:srgbClr val="000000"/>
        </a:solidFill>
        <a:latin typeface="AR PL SungtiL GB" charset="0"/>
        <a:ea typeface="宋体" panose="02010600030101010101" pitchFamily="2" charset="-122"/>
        <a:cs typeface="+mn-cs"/>
      </a:defRPr>
    </a:lvl6pPr>
    <a:lvl7pPr marL="2743200" algn="l" defTabSz="914400" rtl="0" eaLnBrk="1" latinLnBrk="0" hangingPunct="1">
      <a:defRPr sz="2800" b="1" kern="1200">
        <a:solidFill>
          <a:srgbClr val="000000"/>
        </a:solidFill>
        <a:latin typeface="AR PL SungtiL GB" charset="0"/>
        <a:ea typeface="宋体" panose="02010600030101010101" pitchFamily="2" charset="-122"/>
        <a:cs typeface="+mn-cs"/>
      </a:defRPr>
    </a:lvl7pPr>
    <a:lvl8pPr marL="3200400" algn="l" defTabSz="914400" rtl="0" eaLnBrk="1" latinLnBrk="0" hangingPunct="1">
      <a:defRPr sz="2800" b="1" kern="1200">
        <a:solidFill>
          <a:srgbClr val="000000"/>
        </a:solidFill>
        <a:latin typeface="AR PL SungtiL GB" charset="0"/>
        <a:ea typeface="宋体" panose="02010600030101010101" pitchFamily="2" charset="-122"/>
        <a:cs typeface="+mn-cs"/>
      </a:defRPr>
    </a:lvl8pPr>
    <a:lvl9pPr marL="3657600" algn="l" defTabSz="914400" rtl="0" eaLnBrk="1" latinLnBrk="0" hangingPunct="1">
      <a:defRPr sz="2800" b="1" kern="1200">
        <a:solidFill>
          <a:srgbClr val="000000"/>
        </a:solidFill>
        <a:latin typeface="AR PL SungtiL GB"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6600"/>
    <a:srgbClr val="00FF00"/>
    <a:srgbClr val="DDDDDD"/>
    <a:srgbClr val="C0C0C0"/>
    <a:srgbClr val="96969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2" autoAdjust="0"/>
    <p:restoredTop sz="94660" autoAdjust="0"/>
  </p:normalViewPr>
  <p:slideViewPr>
    <p:cSldViewPr>
      <p:cViewPr varScale="1">
        <p:scale>
          <a:sx n="110" d="100"/>
          <a:sy n="110" d="100"/>
        </p:scale>
        <p:origin x="924" y="78"/>
      </p:cViewPr>
      <p:guideLst>
        <p:guide orient="horz" pos="2160"/>
        <p:guide pos="2880"/>
      </p:guideLst>
    </p:cSldViewPr>
  </p:slideViewPr>
  <p:outlineViewPr>
    <p:cViewPr varScale="1">
      <p:scale>
        <a:sx n="170" d="200"/>
        <a:sy n="170" d="200"/>
      </p:scale>
      <p:origin x="-780" y="-84"/>
    </p:cViewPr>
  </p:outlineViewPr>
  <p:notesTextViewPr>
    <p:cViewPr>
      <p:scale>
        <a:sx n="100" d="100"/>
        <a:sy n="100" d="100"/>
      </p:scale>
      <p:origin x="0" y="0"/>
    </p:cViewPr>
  </p:notesTextViewPr>
  <p:notesViewPr>
    <p:cSldViewPr>
      <p:cViewPr varScale="1">
        <p:scale>
          <a:sx n="120" d="100"/>
          <a:sy n="120" d="100"/>
        </p:scale>
        <p:origin x="5040" y="10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B07FE649-8C55-33E6-7DA2-E3284FB892F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a:defRPr/>
            </a:pPr>
            <a:endParaRPr lang="zh-CN" altLang="en-US"/>
          </a:p>
        </p:txBody>
      </p:sp>
      <p:sp>
        <p:nvSpPr>
          <p:cNvPr id="3" name="日期占位符 2">
            <a:extLst>
              <a:ext uri="{FF2B5EF4-FFF2-40B4-BE49-F238E27FC236}">
                <a16:creationId xmlns:a16="http://schemas.microsoft.com/office/drawing/2014/main" id="{BB8417D9-6E01-67E3-720E-4F65E8D21AD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smtClean="0"/>
            </a:lvl1pPr>
          </a:lstStyle>
          <a:p>
            <a:pPr>
              <a:defRPr/>
            </a:pPr>
            <a:fld id="{9033863D-B1BC-4293-BC85-42FC736F1884}" type="datetimeFigureOut">
              <a:rPr lang="zh-CN" altLang="en-US"/>
              <a:pPr>
                <a:defRPr/>
              </a:pPr>
              <a:t>2025/8/11</a:t>
            </a:fld>
            <a:endParaRPr lang="zh-CN" altLang="en-US"/>
          </a:p>
        </p:txBody>
      </p:sp>
      <p:sp>
        <p:nvSpPr>
          <p:cNvPr id="4" name="页脚占位符 3">
            <a:extLst>
              <a:ext uri="{FF2B5EF4-FFF2-40B4-BE49-F238E27FC236}">
                <a16:creationId xmlns:a16="http://schemas.microsoft.com/office/drawing/2014/main" id="{9D8C284A-4DAA-4B0B-F30C-31B462BC825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a:defRPr/>
            </a:pPr>
            <a:endParaRPr lang="zh-CN" altLang="en-US"/>
          </a:p>
        </p:txBody>
      </p:sp>
      <p:sp>
        <p:nvSpPr>
          <p:cNvPr id="5" name="灯片编号占位符 4">
            <a:extLst>
              <a:ext uri="{FF2B5EF4-FFF2-40B4-BE49-F238E27FC236}">
                <a16:creationId xmlns:a16="http://schemas.microsoft.com/office/drawing/2014/main" id="{9A353071-4A0A-F601-0ED2-7CA1835237C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smtClean="0"/>
            </a:lvl1pPr>
          </a:lstStyle>
          <a:p>
            <a:pPr>
              <a:defRPr/>
            </a:pPr>
            <a:fld id="{DFC2A430-0D7A-42B7-9CCB-20DB901C4308}" type="slidenum">
              <a:rPr lang="zh-CN" altLang="en-US"/>
              <a:pPr>
                <a:defRPr/>
              </a:pPr>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98" name="AutoShape 1">
            <a:extLst>
              <a:ext uri="{FF2B5EF4-FFF2-40B4-BE49-F238E27FC236}">
                <a16:creationId xmlns:a16="http://schemas.microsoft.com/office/drawing/2014/main" id="{6EC3F5A2-717D-9734-B005-C91DED0EAF34}"/>
              </a:ext>
            </a:extLst>
          </p:cNvPr>
          <p:cNvSpPr>
            <a:spLocks noChangeArrowheads="1"/>
          </p:cNvSpPr>
          <p:nvPr/>
        </p:nvSpPr>
        <p:spPr bwMode="auto">
          <a:xfrm>
            <a:off x="0" y="0"/>
            <a:ext cx="6858000" cy="9144000"/>
          </a:xfrm>
          <a:prstGeom prst="roundRect">
            <a:avLst>
              <a:gd name="adj" fmla="val 23"/>
            </a:avLst>
          </a:prstGeom>
          <a:solidFill>
            <a:srgbClr val="FFFFFF"/>
          </a:solidFill>
          <a:ln>
            <a:noFill/>
          </a:ln>
        </p:spPr>
        <p:txBody>
          <a:bodyPr wrap="none" anchor="ctr"/>
          <a:lstStyle>
            <a:lvl1pPr>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4pPr>
            <a:lvl5pPr marL="20574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5pPr>
            <a:lvl6pPr marL="25146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6pPr>
            <a:lvl7pPr marL="29718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7pPr>
            <a:lvl8pPr marL="34290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8pPr>
            <a:lvl9pPr marL="38862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9pPr>
          </a:lstStyle>
          <a:p>
            <a:pPr eaLnBrk="1" hangingPunct="1">
              <a:defRPr/>
            </a:pPr>
            <a:endParaRPr lang="zh-CN" altLang="en-US"/>
          </a:p>
        </p:txBody>
      </p:sp>
      <p:sp>
        <p:nvSpPr>
          <p:cNvPr id="4099" name="AutoShape 2">
            <a:extLst>
              <a:ext uri="{FF2B5EF4-FFF2-40B4-BE49-F238E27FC236}">
                <a16:creationId xmlns:a16="http://schemas.microsoft.com/office/drawing/2014/main" id="{AF4741FB-9926-79ED-EAA7-059F07FEC0DC}"/>
              </a:ext>
            </a:extLst>
          </p:cNvPr>
          <p:cNvSpPr>
            <a:spLocks noChangeArrowheads="1"/>
          </p:cNvSpPr>
          <p:nvPr/>
        </p:nvSpPr>
        <p:spPr bwMode="auto">
          <a:xfrm>
            <a:off x="0" y="0"/>
            <a:ext cx="6858000" cy="9144000"/>
          </a:xfrm>
          <a:prstGeom prst="roundRect">
            <a:avLst>
              <a:gd name="adj" fmla="val 23"/>
            </a:avLst>
          </a:prstGeom>
          <a:solidFill>
            <a:srgbClr val="FFFFFF"/>
          </a:solidFill>
          <a:ln>
            <a:noFill/>
          </a:ln>
        </p:spPr>
        <p:txBody>
          <a:bodyPr wrap="none" anchor="ctr"/>
          <a:lstStyle>
            <a:lvl1pPr>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4pPr>
            <a:lvl5pPr marL="20574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5pPr>
            <a:lvl6pPr marL="25146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6pPr>
            <a:lvl7pPr marL="29718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7pPr>
            <a:lvl8pPr marL="34290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8pPr>
            <a:lvl9pPr marL="38862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9pPr>
          </a:lstStyle>
          <a:p>
            <a:pPr eaLnBrk="1" hangingPunct="1">
              <a:defRPr/>
            </a:pPr>
            <a:endParaRPr lang="zh-CN" altLang="en-US"/>
          </a:p>
        </p:txBody>
      </p:sp>
      <p:sp>
        <p:nvSpPr>
          <p:cNvPr id="4100" name="AutoShape 3">
            <a:extLst>
              <a:ext uri="{FF2B5EF4-FFF2-40B4-BE49-F238E27FC236}">
                <a16:creationId xmlns:a16="http://schemas.microsoft.com/office/drawing/2014/main" id="{1F329218-C862-050B-CE55-1E42087C5BF7}"/>
              </a:ext>
            </a:extLst>
          </p:cNvPr>
          <p:cNvSpPr>
            <a:spLocks noChangeArrowheads="1"/>
          </p:cNvSpPr>
          <p:nvPr/>
        </p:nvSpPr>
        <p:spPr bwMode="auto">
          <a:xfrm>
            <a:off x="0" y="0"/>
            <a:ext cx="6858000" cy="9144000"/>
          </a:xfrm>
          <a:prstGeom prst="roundRect">
            <a:avLst>
              <a:gd name="adj" fmla="val 23"/>
            </a:avLst>
          </a:prstGeom>
          <a:solidFill>
            <a:srgbClr val="FFFFFF"/>
          </a:solidFill>
          <a:ln>
            <a:noFill/>
          </a:ln>
        </p:spPr>
        <p:txBody>
          <a:bodyPr wrap="none" anchor="ctr"/>
          <a:lstStyle>
            <a:lvl1pPr>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4pPr>
            <a:lvl5pPr marL="20574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5pPr>
            <a:lvl6pPr marL="25146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6pPr>
            <a:lvl7pPr marL="29718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7pPr>
            <a:lvl8pPr marL="34290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8pPr>
            <a:lvl9pPr marL="38862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9pPr>
          </a:lstStyle>
          <a:p>
            <a:pPr eaLnBrk="1" hangingPunct="1">
              <a:defRPr/>
            </a:pPr>
            <a:endParaRPr lang="zh-CN" altLang="en-US"/>
          </a:p>
        </p:txBody>
      </p:sp>
      <p:sp>
        <p:nvSpPr>
          <p:cNvPr id="4101" name="AutoShape 4">
            <a:extLst>
              <a:ext uri="{FF2B5EF4-FFF2-40B4-BE49-F238E27FC236}">
                <a16:creationId xmlns:a16="http://schemas.microsoft.com/office/drawing/2014/main" id="{6FB8379C-1AF5-B5A5-BAD9-42F5BBBD5F7C}"/>
              </a:ext>
            </a:extLst>
          </p:cNvPr>
          <p:cNvSpPr>
            <a:spLocks noChangeArrowheads="1"/>
          </p:cNvSpPr>
          <p:nvPr/>
        </p:nvSpPr>
        <p:spPr bwMode="auto">
          <a:xfrm>
            <a:off x="0" y="0"/>
            <a:ext cx="6858000" cy="9144000"/>
          </a:xfrm>
          <a:prstGeom prst="roundRect">
            <a:avLst>
              <a:gd name="adj" fmla="val 23"/>
            </a:avLst>
          </a:prstGeom>
          <a:solidFill>
            <a:srgbClr val="FFFFFF"/>
          </a:solidFill>
          <a:ln>
            <a:noFill/>
          </a:ln>
        </p:spPr>
        <p:txBody>
          <a:bodyPr wrap="none" anchor="ctr"/>
          <a:lstStyle>
            <a:lvl1pPr>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4pPr>
            <a:lvl5pPr marL="20574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5pPr>
            <a:lvl6pPr marL="25146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6pPr>
            <a:lvl7pPr marL="29718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7pPr>
            <a:lvl8pPr marL="34290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8pPr>
            <a:lvl9pPr marL="38862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9pPr>
          </a:lstStyle>
          <a:p>
            <a:pPr eaLnBrk="1" hangingPunct="1">
              <a:defRPr/>
            </a:pPr>
            <a:endParaRPr lang="zh-CN" altLang="en-US"/>
          </a:p>
        </p:txBody>
      </p:sp>
      <p:sp>
        <p:nvSpPr>
          <p:cNvPr id="4102" name="AutoShape 5">
            <a:extLst>
              <a:ext uri="{FF2B5EF4-FFF2-40B4-BE49-F238E27FC236}">
                <a16:creationId xmlns:a16="http://schemas.microsoft.com/office/drawing/2014/main" id="{919CF1F0-9E4D-1DC2-673B-94E098241748}"/>
              </a:ext>
            </a:extLst>
          </p:cNvPr>
          <p:cNvSpPr>
            <a:spLocks noChangeArrowheads="1"/>
          </p:cNvSpPr>
          <p:nvPr/>
        </p:nvSpPr>
        <p:spPr bwMode="auto">
          <a:xfrm>
            <a:off x="0" y="0"/>
            <a:ext cx="6858000" cy="9144000"/>
          </a:xfrm>
          <a:prstGeom prst="roundRect">
            <a:avLst>
              <a:gd name="adj" fmla="val 23"/>
            </a:avLst>
          </a:prstGeom>
          <a:solidFill>
            <a:srgbClr val="FFFFFF"/>
          </a:solidFill>
          <a:ln>
            <a:noFill/>
          </a:ln>
        </p:spPr>
        <p:txBody>
          <a:bodyPr wrap="none" anchor="ctr"/>
          <a:lstStyle>
            <a:lvl1pPr>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4pPr>
            <a:lvl5pPr marL="20574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5pPr>
            <a:lvl6pPr marL="25146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6pPr>
            <a:lvl7pPr marL="29718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7pPr>
            <a:lvl8pPr marL="34290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8pPr>
            <a:lvl9pPr marL="38862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9pPr>
          </a:lstStyle>
          <a:p>
            <a:pPr eaLnBrk="1" hangingPunct="1">
              <a:defRPr/>
            </a:pPr>
            <a:endParaRPr lang="zh-CN" altLang="en-US"/>
          </a:p>
        </p:txBody>
      </p:sp>
      <p:sp>
        <p:nvSpPr>
          <p:cNvPr id="4103" name="AutoShape 6">
            <a:extLst>
              <a:ext uri="{FF2B5EF4-FFF2-40B4-BE49-F238E27FC236}">
                <a16:creationId xmlns:a16="http://schemas.microsoft.com/office/drawing/2014/main" id="{A8ECA5CC-FB99-23E8-E647-7304F92AACAA}"/>
              </a:ext>
            </a:extLst>
          </p:cNvPr>
          <p:cNvSpPr>
            <a:spLocks noChangeArrowheads="1"/>
          </p:cNvSpPr>
          <p:nvPr/>
        </p:nvSpPr>
        <p:spPr bwMode="auto">
          <a:xfrm>
            <a:off x="0" y="0"/>
            <a:ext cx="6858000" cy="9144000"/>
          </a:xfrm>
          <a:prstGeom prst="roundRect">
            <a:avLst>
              <a:gd name="adj" fmla="val 23"/>
            </a:avLst>
          </a:prstGeom>
          <a:solidFill>
            <a:srgbClr val="FFFFFF"/>
          </a:solidFill>
          <a:ln>
            <a:noFill/>
          </a:ln>
        </p:spPr>
        <p:txBody>
          <a:bodyPr wrap="none" anchor="ctr"/>
          <a:lstStyle>
            <a:lvl1pPr>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4pPr>
            <a:lvl5pPr marL="20574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5pPr>
            <a:lvl6pPr marL="25146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6pPr>
            <a:lvl7pPr marL="29718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7pPr>
            <a:lvl8pPr marL="34290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8pPr>
            <a:lvl9pPr marL="38862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9pPr>
          </a:lstStyle>
          <a:p>
            <a:pPr eaLnBrk="1" hangingPunct="1">
              <a:defRPr/>
            </a:pPr>
            <a:endParaRPr lang="zh-CN" altLang="en-US"/>
          </a:p>
        </p:txBody>
      </p:sp>
      <p:sp>
        <p:nvSpPr>
          <p:cNvPr id="4104" name="AutoShape 7">
            <a:extLst>
              <a:ext uri="{FF2B5EF4-FFF2-40B4-BE49-F238E27FC236}">
                <a16:creationId xmlns:a16="http://schemas.microsoft.com/office/drawing/2014/main" id="{EC0754C0-8584-C5A0-81A8-91DFBE9F3B8B}"/>
              </a:ext>
            </a:extLst>
          </p:cNvPr>
          <p:cNvSpPr>
            <a:spLocks noChangeArrowheads="1"/>
          </p:cNvSpPr>
          <p:nvPr/>
        </p:nvSpPr>
        <p:spPr bwMode="auto">
          <a:xfrm>
            <a:off x="0" y="0"/>
            <a:ext cx="6858000" cy="9144000"/>
          </a:xfrm>
          <a:prstGeom prst="roundRect">
            <a:avLst>
              <a:gd name="adj" fmla="val 23"/>
            </a:avLst>
          </a:prstGeom>
          <a:solidFill>
            <a:srgbClr val="FFFFFF"/>
          </a:solidFill>
          <a:ln>
            <a:noFill/>
          </a:ln>
        </p:spPr>
        <p:txBody>
          <a:bodyPr wrap="none" anchor="ctr"/>
          <a:lstStyle>
            <a:lvl1pPr>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4pPr>
            <a:lvl5pPr marL="20574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5pPr>
            <a:lvl6pPr marL="25146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6pPr>
            <a:lvl7pPr marL="29718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7pPr>
            <a:lvl8pPr marL="34290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8pPr>
            <a:lvl9pPr marL="38862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9pPr>
          </a:lstStyle>
          <a:p>
            <a:pPr eaLnBrk="1" hangingPunct="1">
              <a:defRPr/>
            </a:pPr>
            <a:endParaRPr lang="zh-CN" altLang="en-US"/>
          </a:p>
        </p:txBody>
      </p:sp>
      <p:sp>
        <p:nvSpPr>
          <p:cNvPr id="4105" name="AutoShape 8">
            <a:extLst>
              <a:ext uri="{FF2B5EF4-FFF2-40B4-BE49-F238E27FC236}">
                <a16:creationId xmlns:a16="http://schemas.microsoft.com/office/drawing/2014/main" id="{03493EE7-B4BB-4CF5-8B55-DFC891602F2E}"/>
              </a:ext>
            </a:extLst>
          </p:cNvPr>
          <p:cNvSpPr>
            <a:spLocks noChangeArrowheads="1"/>
          </p:cNvSpPr>
          <p:nvPr/>
        </p:nvSpPr>
        <p:spPr bwMode="auto">
          <a:xfrm>
            <a:off x="0" y="0"/>
            <a:ext cx="6858000" cy="9144000"/>
          </a:xfrm>
          <a:prstGeom prst="roundRect">
            <a:avLst>
              <a:gd name="adj" fmla="val 23"/>
            </a:avLst>
          </a:prstGeom>
          <a:solidFill>
            <a:srgbClr val="FFFFFF"/>
          </a:solidFill>
          <a:ln>
            <a:noFill/>
          </a:ln>
        </p:spPr>
        <p:txBody>
          <a:bodyPr wrap="none" anchor="ctr"/>
          <a:lstStyle>
            <a:lvl1pPr>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4pPr>
            <a:lvl5pPr marL="20574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5pPr>
            <a:lvl6pPr marL="25146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6pPr>
            <a:lvl7pPr marL="29718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7pPr>
            <a:lvl8pPr marL="34290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8pPr>
            <a:lvl9pPr marL="38862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9pPr>
          </a:lstStyle>
          <a:p>
            <a:pPr eaLnBrk="1" hangingPunct="1">
              <a:defRPr/>
            </a:pPr>
            <a:endParaRPr lang="zh-CN" altLang="en-US"/>
          </a:p>
        </p:txBody>
      </p:sp>
      <p:sp>
        <p:nvSpPr>
          <p:cNvPr id="4106" name="AutoShape 9">
            <a:extLst>
              <a:ext uri="{FF2B5EF4-FFF2-40B4-BE49-F238E27FC236}">
                <a16:creationId xmlns:a16="http://schemas.microsoft.com/office/drawing/2014/main" id="{56601F95-9997-537B-790D-89C10B79DFFE}"/>
              </a:ext>
            </a:extLst>
          </p:cNvPr>
          <p:cNvSpPr>
            <a:spLocks noChangeArrowheads="1"/>
          </p:cNvSpPr>
          <p:nvPr/>
        </p:nvSpPr>
        <p:spPr bwMode="auto">
          <a:xfrm>
            <a:off x="0" y="0"/>
            <a:ext cx="6858000" cy="9144000"/>
          </a:xfrm>
          <a:prstGeom prst="roundRect">
            <a:avLst>
              <a:gd name="adj" fmla="val 23"/>
            </a:avLst>
          </a:prstGeom>
          <a:solidFill>
            <a:srgbClr val="FFFFFF"/>
          </a:solidFill>
          <a:ln>
            <a:noFill/>
          </a:ln>
        </p:spPr>
        <p:txBody>
          <a:bodyPr wrap="none" anchor="ctr"/>
          <a:lstStyle>
            <a:lvl1pPr>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4pPr>
            <a:lvl5pPr marL="20574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5pPr>
            <a:lvl6pPr marL="25146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6pPr>
            <a:lvl7pPr marL="29718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7pPr>
            <a:lvl8pPr marL="34290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8pPr>
            <a:lvl9pPr marL="38862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9pPr>
          </a:lstStyle>
          <a:p>
            <a:pPr eaLnBrk="1" hangingPunct="1">
              <a:defRPr/>
            </a:pPr>
            <a:endParaRPr lang="zh-CN" altLang="en-US"/>
          </a:p>
        </p:txBody>
      </p:sp>
      <p:sp>
        <p:nvSpPr>
          <p:cNvPr id="4107" name="AutoShape 10">
            <a:extLst>
              <a:ext uri="{FF2B5EF4-FFF2-40B4-BE49-F238E27FC236}">
                <a16:creationId xmlns:a16="http://schemas.microsoft.com/office/drawing/2014/main" id="{79E33FD7-E72F-057A-D5E5-0ACFED52B225}"/>
              </a:ext>
            </a:extLst>
          </p:cNvPr>
          <p:cNvSpPr>
            <a:spLocks noChangeArrowheads="1"/>
          </p:cNvSpPr>
          <p:nvPr/>
        </p:nvSpPr>
        <p:spPr bwMode="auto">
          <a:xfrm>
            <a:off x="0" y="0"/>
            <a:ext cx="6858000" cy="9144000"/>
          </a:xfrm>
          <a:prstGeom prst="roundRect">
            <a:avLst>
              <a:gd name="adj" fmla="val 23"/>
            </a:avLst>
          </a:prstGeom>
          <a:solidFill>
            <a:srgbClr val="FFFFFF"/>
          </a:solidFill>
          <a:ln>
            <a:noFill/>
          </a:ln>
        </p:spPr>
        <p:txBody>
          <a:bodyPr wrap="none" anchor="ctr"/>
          <a:lstStyle>
            <a:lvl1pPr>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4pPr>
            <a:lvl5pPr marL="20574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5pPr>
            <a:lvl6pPr marL="25146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6pPr>
            <a:lvl7pPr marL="29718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7pPr>
            <a:lvl8pPr marL="34290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8pPr>
            <a:lvl9pPr marL="38862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9pPr>
          </a:lstStyle>
          <a:p>
            <a:pPr eaLnBrk="1" hangingPunct="1">
              <a:defRPr/>
            </a:pPr>
            <a:endParaRPr lang="zh-CN" altLang="en-US"/>
          </a:p>
        </p:txBody>
      </p:sp>
      <p:sp>
        <p:nvSpPr>
          <p:cNvPr id="4108" name="AutoShape 11">
            <a:extLst>
              <a:ext uri="{FF2B5EF4-FFF2-40B4-BE49-F238E27FC236}">
                <a16:creationId xmlns:a16="http://schemas.microsoft.com/office/drawing/2014/main" id="{0494A105-25D4-B15A-E68C-F12F5C12D84F}"/>
              </a:ext>
            </a:extLst>
          </p:cNvPr>
          <p:cNvSpPr>
            <a:spLocks noChangeArrowheads="1"/>
          </p:cNvSpPr>
          <p:nvPr/>
        </p:nvSpPr>
        <p:spPr bwMode="auto">
          <a:xfrm>
            <a:off x="0" y="0"/>
            <a:ext cx="6858000" cy="9144000"/>
          </a:xfrm>
          <a:prstGeom prst="roundRect">
            <a:avLst>
              <a:gd name="adj" fmla="val 23"/>
            </a:avLst>
          </a:prstGeom>
          <a:solidFill>
            <a:srgbClr val="FFFFFF"/>
          </a:solidFill>
          <a:ln>
            <a:noFill/>
          </a:ln>
        </p:spPr>
        <p:txBody>
          <a:bodyPr wrap="none" anchor="ctr"/>
          <a:lstStyle>
            <a:lvl1pPr>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4pPr>
            <a:lvl5pPr marL="20574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5pPr>
            <a:lvl6pPr marL="25146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6pPr>
            <a:lvl7pPr marL="29718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7pPr>
            <a:lvl8pPr marL="34290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8pPr>
            <a:lvl9pPr marL="38862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9pPr>
          </a:lstStyle>
          <a:p>
            <a:pPr eaLnBrk="1" hangingPunct="1">
              <a:defRPr/>
            </a:pPr>
            <a:endParaRPr lang="zh-CN" altLang="en-US"/>
          </a:p>
        </p:txBody>
      </p:sp>
      <p:sp>
        <p:nvSpPr>
          <p:cNvPr id="4109" name="AutoShape 12">
            <a:extLst>
              <a:ext uri="{FF2B5EF4-FFF2-40B4-BE49-F238E27FC236}">
                <a16:creationId xmlns:a16="http://schemas.microsoft.com/office/drawing/2014/main" id="{870AFB77-B751-08A8-0432-7084ACDB32D2}"/>
              </a:ext>
            </a:extLst>
          </p:cNvPr>
          <p:cNvSpPr>
            <a:spLocks noChangeArrowheads="1"/>
          </p:cNvSpPr>
          <p:nvPr/>
        </p:nvSpPr>
        <p:spPr bwMode="auto">
          <a:xfrm>
            <a:off x="0" y="0"/>
            <a:ext cx="6858000" cy="9144000"/>
          </a:xfrm>
          <a:prstGeom prst="roundRect">
            <a:avLst>
              <a:gd name="adj" fmla="val 23"/>
            </a:avLst>
          </a:prstGeom>
          <a:solidFill>
            <a:srgbClr val="FFFFFF"/>
          </a:solidFill>
          <a:ln>
            <a:noFill/>
          </a:ln>
        </p:spPr>
        <p:txBody>
          <a:bodyPr wrap="none" anchor="ctr"/>
          <a:lstStyle>
            <a:lvl1pPr>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4pPr>
            <a:lvl5pPr marL="20574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5pPr>
            <a:lvl6pPr marL="25146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6pPr>
            <a:lvl7pPr marL="29718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7pPr>
            <a:lvl8pPr marL="34290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8pPr>
            <a:lvl9pPr marL="38862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9pPr>
          </a:lstStyle>
          <a:p>
            <a:pPr eaLnBrk="1" hangingPunct="1">
              <a:defRPr/>
            </a:pPr>
            <a:endParaRPr lang="zh-CN" altLang="en-US"/>
          </a:p>
        </p:txBody>
      </p:sp>
      <p:sp>
        <p:nvSpPr>
          <p:cNvPr id="4110" name="Rectangle 13">
            <a:extLst>
              <a:ext uri="{FF2B5EF4-FFF2-40B4-BE49-F238E27FC236}">
                <a16:creationId xmlns:a16="http://schemas.microsoft.com/office/drawing/2014/main" id="{E0008EFB-A362-2935-AEE3-8D21DEAF675D}"/>
              </a:ext>
            </a:extLst>
          </p:cNvPr>
          <p:cNvSpPr>
            <a:spLocks noGrp="1" noRot="1" noChangeAspect="1" noChangeArrowheads="1" noTextEdit="1"/>
          </p:cNvSpPr>
          <p:nvPr>
            <p:ph type="sldImg"/>
          </p:nvPr>
        </p:nvSpPr>
        <p:spPr bwMode="auto">
          <a:xfrm>
            <a:off x="0" y="303213"/>
            <a:ext cx="1588" cy="5834062"/>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062" name="Rectangle 14">
            <a:extLst>
              <a:ext uri="{FF2B5EF4-FFF2-40B4-BE49-F238E27FC236}">
                <a16:creationId xmlns:a16="http://schemas.microsoft.com/office/drawing/2014/main" id="{692FF04E-652E-9682-CBC9-41C32A3CC8CE}"/>
              </a:ext>
            </a:extLst>
          </p:cNvPr>
          <p:cNvSpPr txBox="1">
            <a:spLocks noGrp="1" noChangeArrowheads="1"/>
          </p:cNvSpPr>
          <p:nvPr>
            <p:ph type="body" idx="1"/>
          </p:nvPr>
        </p:nvSpPr>
        <p:spPr bwMode="auto">
          <a:xfrm>
            <a:off x="503238" y="4316413"/>
            <a:ext cx="5856287" cy="4059237"/>
          </a:xfrm>
          <a:prstGeom prst="rect">
            <a:avLst/>
          </a:prstGeom>
          <a:noFill/>
          <a:ln>
            <a:noFill/>
          </a:ln>
        </p:spPr>
        <p:txBody>
          <a:bodyPr vert="horz" wrap="square" lIns="0" tIns="0" rIns="0" bIns="0" numCol="1" anchor="t" anchorCtr="0" compatLnSpc="1">
            <a:prstTxWarp prst="textNoShape">
              <a:avLst/>
            </a:prstTxWarp>
          </a:bodyPr>
          <a:lstStyle/>
          <a:p>
            <a:pPr lvl="0"/>
            <a:endParaRPr lang="zh-CN" altLang="en-US" noProof="0"/>
          </a:p>
        </p:txBody>
      </p:sp>
    </p:spTree>
  </p:cSld>
  <p:clrMap bg1="lt1" tx1="dk1" bg2="lt2" tx2="dk2" accent1="accent1" accent2="accent2" accent3="accent3" accent4="accent4" accent5="accent5" accent6="accent6" hlink="hlink" folHlink="folHlink"/>
  <p:notesStyle>
    <a:lvl1pPr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宋体" panose="02010600030101010101" pitchFamily="2" charset="-122"/>
        <a:cs typeface="+mn-cs"/>
      </a:defRPr>
    </a:lvl1pPr>
    <a:lvl2pPr marL="742950" indent="-28575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宋体" panose="02010600030101010101" pitchFamily="2" charset="-122"/>
        <a:cs typeface="+mn-cs"/>
      </a:defRPr>
    </a:lvl2pPr>
    <a:lvl3pPr marL="11430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宋体" panose="02010600030101010101" pitchFamily="2" charset="-122"/>
        <a:cs typeface="+mn-cs"/>
      </a:defRPr>
    </a:lvl3pPr>
    <a:lvl4pPr marL="16002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宋体" panose="02010600030101010101" pitchFamily="2" charset="-122"/>
        <a:cs typeface="+mn-cs"/>
      </a:defRPr>
    </a:lvl4pPr>
    <a:lvl5pPr marL="20574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70" name="Rectangle 1">
            <a:extLst>
              <a:ext uri="{FF2B5EF4-FFF2-40B4-BE49-F238E27FC236}">
                <a16:creationId xmlns:a16="http://schemas.microsoft.com/office/drawing/2014/main" id="{6897DE5D-DB1E-41D5-CBFD-CB4BAE53F1B7}"/>
              </a:ext>
            </a:extLst>
          </p:cNvPr>
          <p:cNvSpPr>
            <a:spLocks noGrp="1" noRot="1" noChangeAspect="1" noChangeArrowheads="1" noTextEdit="1"/>
          </p:cNvSpPr>
          <p:nvPr>
            <p:ph type="sldImg"/>
          </p:nvPr>
        </p:nvSpPr>
        <p:spPr>
          <a:xfrm>
            <a:off x="0" y="303213"/>
            <a:ext cx="1588" cy="1587"/>
          </a:xfrm>
          <a:ln/>
        </p:spPr>
      </p:sp>
      <p:sp>
        <p:nvSpPr>
          <p:cNvPr id="7171" name="Rectangle 2">
            <a:extLst>
              <a:ext uri="{FF2B5EF4-FFF2-40B4-BE49-F238E27FC236}">
                <a16:creationId xmlns:a16="http://schemas.microsoft.com/office/drawing/2014/main" id="{214D25ED-31E4-BDA2-6A0B-E0C0601C29EC}"/>
              </a:ext>
            </a:extLst>
          </p:cNvPr>
          <p:cNvSpPr txBox="1">
            <a:spLocks noGrp="1" noChangeArrowheads="1"/>
          </p:cNvSpPr>
          <p:nvPr>
            <p:ph type="body" idx="1"/>
          </p:nvPr>
        </p:nvSpPr>
        <p:spPr>
          <a:xfrm>
            <a:off x="503238" y="4316413"/>
            <a:ext cx="5856287" cy="40608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幻灯片图像占位符 1">
            <a:extLst>
              <a:ext uri="{FF2B5EF4-FFF2-40B4-BE49-F238E27FC236}">
                <a16:creationId xmlns:a16="http://schemas.microsoft.com/office/drawing/2014/main" id="{9A581694-D7C7-F074-0F39-7D2E9A692A68}"/>
              </a:ext>
            </a:extLst>
          </p:cNvPr>
          <p:cNvSpPr>
            <a:spLocks noGrp="1" noRot="1" noChangeAspect="1" noChangeArrowheads="1" noTextEdit="1"/>
          </p:cNvSpPr>
          <p:nvPr>
            <p:ph type="sldImg"/>
          </p:nvPr>
        </p:nvSpPr>
        <p:spPr>
          <a:xfrm>
            <a:off x="-3887788" y="303213"/>
            <a:ext cx="7777163" cy="5834062"/>
          </a:xfrm>
          <a:noFill/>
          <a:ln/>
          <a:extLst>
            <a:ext uri="{909E8E84-426E-40DD-AFC4-6F175D3DCCD1}">
              <a14:hiddenFill xmlns:a14="http://schemas.microsoft.com/office/drawing/2010/main">
                <a:solidFill>
                  <a:srgbClr val="FFFFFF"/>
                </a:solidFill>
              </a14:hiddenFill>
            </a:ext>
          </a:extLst>
        </p:spPr>
      </p:sp>
      <p:sp>
        <p:nvSpPr>
          <p:cNvPr id="16387" name="备注占位符 2">
            <a:extLst>
              <a:ext uri="{FF2B5EF4-FFF2-40B4-BE49-F238E27FC236}">
                <a16:creationId xmlns:a16="http://schemas.microsoft.com/office/drawing/2014/main" id="{775F0AF4-C3F4-E987-A97C-884977969D33}"/>
              </a:ext>
            </a:extLst>
          </p:cNvPr>
          <p:cNvSpPr txBox="1">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6388" name="灯片编号占位符 3">
            <a:extLst>
              <a:ext uri="{FF2B5EF4-FFF2-40B4-BE49-F238E27FC236}">
                <a16:creationId xmlns:a16="http://schemas.microsoft.com/office/drawing/2014/main" id="{E9989FC4-49B3-275A-5836-5D6D3EAC9993}"/>
              </a:ext>
            </a:extLst>
          </p:cNvPr>
          <p:cNvSpPr>
            <a:spLocks noGrp="1" noChangeArrowheads="1"/>
          </p:cNvSpPr>
          <p:nvPr>
            <p:ph type="sldNum" sz="quarter" idx="4294967295"/>
          </p:nvPr>
        </p:nvSpPr>
        <p:spPr bwMode="auto">
          <a:xfrm>
            <a:off x="3884613" y="8685213"/>
            <a:ext cx="2971800" cy="45878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宋体" panose="02010600030101010101" pitchFamily="2" charset="-122"/>
              </a:defRPr>
            </a:lvl1pPr>
            <a:lvl2pPr marL="742950" indent="-285750">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宋体" panose="02010600030101010101" pitchFamily="2" charset="-122"/>
              </a:defRPr>
            </a:lvl2pPr>
            <a:lvl3pPr marL="1143000" indent="-228600">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宋体" panose="02010600030101010101" pitchFamily="2" charset="-122"/>
              </a:defRPr>
            </a:lvl3pPr>
            <a:lvl4pPr marL="1600200" indent="-228600">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宋体" panose="02010600030101010101" pitchFamily="2" charset="-122"/>
              </a:defRPr>
            </a:lvl4pPr>
            <a:lvl5pPr marL="2057400" indent="-228600">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宋体" panose="02010600030101010101" pitchFamily="2" charset="-122"/>
              </a:defRPr>
            </a:lvl9pPr>
          </a:lstStyle>
          <a:p>
            <a:pPr>
              <a:spcBef>
                <a:spcPct val="0"/>
              </a:spcBef>
              <a:buClrTx/>
              <a:buSzTx/>
              <a:buFontTx/>
              <a:buNone/>
            </a:pPr>
            <a:fld id="{FA2E8647-BD59-4C1C-9E10-CD041BDA8A76}" type="slidenum">
              <a:rPr lang="zh-CN" altLang="en-US" sz="2800">
                <a:solidFill>
                  <a:schemeClr val="tx1"/>
                </a:solidFill>
                <a:latin typeface="Tahoma" panose="020B0604030504040204" pitchFamily="34" charset="0"/>
              </a:rPr>
              <a:pPr>
                <a:spcBef>
                  <a:spcPct val="0"/>
                </a:spcBef>
                <a:buClrTx/>
                <a:buSzTx/>
                <a:buFontTx/>
                <a:buNone/>
              </a:pPr>
              <a:t>9</a:t>
            </a:fld>
            <a:endParaRPr lang="zh-CN" altLang="en-US" sz="2800">
              <a:solidFill>
                <a:schemeClr val="tx1"/>
              </a:solidFill>
              <a:latin typeface="Tahoma" panose="020B060403050404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幻灯片图像占位符 1">
            <a:extLst>
              <a:ext uri="{FF2B5EF4-FFF2-40B4-BE49-F238E27FC236}">
                <a16:creationId xmlns:a16="http://schemas.microsoft.com/office/drawing/2014/main" id="{F3919509-D112-7764-1EA7-8625A7E66FAB}"/>
              </a:ext>
            </a:extLst>
          </p:cNvPr>
          <p:cNvSpPr>
            <a:spLocks noGrp="1" noRot="1" noChangeAspect="1" noChangeArrowheads="1" noTextEdit="1"/>
          </p:cNvSpPr>
          <p:nvPr>
            <p:ph type="sldImg"/>
          </p:nvPr>
        </p:nvSpPr>
        <p:spPr>
          <a:xfrm>
            <a:off x="-3887788" y="303213"/>
            <a:ext cx="7777163" cy="5834062"/>
          </a:xfrm>
          <a:noFill/>
          <a:ln/>
          <a:extLst>
            <a:ext uri="{909E8E84-426E-40DD-AFC4-6F175D3DCCD1}">
              <a14:hiddenFill xmlns:a14="http://schemas.microsoft.com/office/drawing/2010/main">
                <a:solidFill>
                  <a:srgbClr val="FFFFFF"/>
                </a:solidFill>
              </a14:hiddenFill>
            </a:ext>
          </a:extLst>
        </p:spPr>
      </p:sp>
      <p:sp>
        <p:nvSpPr>
          <p:cNvPr id="25603" name="备注占位符 2">
            <a:extLst>
              <a:ext uri="{FF2B5EF4-FFF2-40B4-BE49-F238E27FC236}">
                <a16:creationId xmlns:a16="http://schemas.microsoft.com/office/drawing/2014/main" id="{9F25784D-AF5A-D5A1-946B-E01F3F96A634}"/>
              </a:ext>
            </a:extLst>
          </p:cNvPr>
          <p:cNvSpPr txBox="1">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5604" name="灯片编号占位符 3">
            <a:extLst>
              <a:ext uri="{FF2B5EF4-FFF2-40B4-BE49-F238E27FC236}">
                <a16:creationId xmlns:a16="http://schemas.microsoft.com/office/drawing/2014/main" id="{A448627A-8632-595D-B756-ECFC7A86205B}"/>
              </a:ext>
            </a:extLst>
          </p:cNvPr>
          <p:cNvSpPr>
            <a:spLocks noGrp="1" noChangeArrowheads="1"/>
          </p:cNvSpPr>
          <p:nvPr>
            <p:ph type="sldNum" sz="quarter" idx="4294967295"/>
          </p:nvPr>
        </p:nvSpPr>
        <p:spPr bwMode="auto">
          <a:xfrm>
            <a:off x="3884613" y="8685213"/>
            <a:ext cx="2971800" cy="45878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宋体" panose="02010600030101010101" pitchFamily="2" charset="-122"/>
              </a:defRPr>
            </a:lvl1pPr>
            <a:lvl2pPr marL="742950" indent="-285750">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宋体" panose="02010600030101010101" pitchFamily="2" charset="-122"/>
              </a:defRPr>
            </a:lvl2pPr>
            <a:lvl3pPr marL="1143000" indent="-228600">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宋体" panose="02010600030101010101" pitchFamily="2" charset="-122"/>
              </a:defRPr>
            </a:lvl3pPr>
            <a:lvl4pPr marL="1600200" indent="-228600">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宋体" panose="02010600030101010101" pitchFamily="2" charset="-122"/>
              </a:defRPr>
            </a:lvl4pPr>
            <a:lvl5pPr marL="2057400" indent="-228600">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宋体" panose="02010600030101010101" pitchFamily="2" charset="-122"/>
              </a:defRPr>
            </a:lvl9pPr>
          </a:lstStyle>
          <a:p>
            <a:pPr>
              <a:spcBef>
                <a:spcPct val="0"/>
              </a:spcBef>
              <a:buClrTx/>
              <a:buSzTx/>
              <a:buFontTx/>
              <a:buNone/>
            </a:pPr>
            <a:fld id="{A8C3DDD7-88F3-4D12-A03C-4F0805EFE5AD}" type="slidenum">
              <a:rPr lang="zh-CN" altLang="en-US" sz="2800">
                <a:solidFill>
                  <a:schemeClr val="tx1"/>
                </a:solidFill>
                <a:latin typeface="Tahoma" panose="020B0604030504040204" pitchFamily="34" charset="0"/>
              </a:rPr>
              <a:pPr>
                <a:spcBef>
                  <a:spcPct val="0"/>
                </a:spcBef>
                <a:buClrTx/>
                <a:buSzTx/>
                <a:buFontTx/>
                <a:buNone/>
              </a:pPr>
              <a:t>17</a:t>
            </a:fld>
            <a:endParaRPr lang="zh-CN" altLang="en-US" sz="2800">
              <a:solidFill>
                <a:schemeClr val="tx1"/>
              </a:solidFill>
              <a:latin typeface="Tahoma" panose="020B060403050404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Rectangle 8">
            <a:extLst>
              <a:ext uri="{FF2B5EF4-FFF2-40B4-BE49-F238E27FC236}">
                <a16:creationId xmlns:a16="http://schemas.microsoft.com/office/drawing/2014/main" id="{87171A7A-5391-1B8B-3B26-9BE1AC382ADC}"/>
              </a:ext>
            </a:extLst>
          </p:cNvPr>
          <p:cNvSpPr>
            <a:spLocks noChangeArrowheads="1"/>
          </p:cNvSpPr>
          <p:nvPr/>
        </p:nvSpPr>
        <p:spPr bwMode="auto">
          <a:xfrm>
            <a:off x="0" y="6518275"/>
            <a:ext cx="9144000" cy="339725"/>
          </a:xfrm>
          <a:prstGeom prst="rect">
            <a:avLst/>
          </a:prstGeom>
          <a:noFill/>
          <a:ln>
            <a:noFill/>
          </a:ln>
          <a:effectLst/>
        </p:spPr>
        <p:txBody>
          <a:bodyPr/>
          <a:lstStyle>
            <a:lvl1pPr>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4pPr>
            <a:lvl5pPr marL="20574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5pPr>
            <a:lvl6pPr marL="25146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6pPr>
            <a:lvl7pPr marL="29718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7pPr>
            <a:lvl8pPr marL="34290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8pPr>
            <a:lvl9pPr marL="38862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9pPr>
          </a:lstStyle>
          <a:p>
            <a:pPr eaLnBrk="1" hangingPunct="1">
              <a:spcBef>
                <a:spcPct val="0"/>
              </a:spcBef>
              <a:spcAft>
                <a:spcPct val="0"/>
              </a:spcAft>
              <a:buClrTx/>
              <a:buFontTx/>
              <a:buNone/>
              <a:defRPr/>
            </a:pPr>
            <a:r>
              <a:rPr lang="en-US" altLang="zh-CN" sz="1800" dirty="0">
                <a:solidFill>
                  <a:schemeClr val="accent2"/>
                </a:solidFill>
                <a:latin typeface="Arial" panose="020B0604020202020204" pitchFamily="34" charset="0"/>
                <a:ea typeface="华文新魏" panose="02010800040101010101" pitchFamily="2" charset="-122"/>
              </a:rPr>
              <a:t>《Linux</a:t>
            </a:r>
            <a:r>
              <a:rPr lang="zh-CN" altLang="en-US" sz="1800" dirty="0">
                <a:solidFill>
                  <a:schemeClr val="accent2"/>
                </a:solidFill>
                <a:latin typeface="Arial" panose="020B0604020202020204" pitchFamily="34" charset="0"/>
                <a:ea typeface="华文新魏" panose="02010800040101010101" pitchFamily="2" charset="-122"/>
              </a:rPr>
              <a:t>系统与安全</a:t>
            </a:r>
            <a:r>
              <a:rPr lang="en-US" altLang="zh-CN" sz="1800" dirty="0">
                <a:solidFill>
                  <a:schemeClr val="accent2"/>
                </a:solidFill>
                <a:latin typeface="Arial" panose="020B0604020202020204" pitchFamily="34" charset="0"/>
                <a:ea typeface="华文新魏" panose="02010800040101010101" pitchFamily="2" charset="-122"/>
              </a:rPr>
              <a:t>》 </a:t>
            </a:r>
            <a:r>
              <a:rPr lang="zh-CN" altLang="en-US" sz="1800" dirty="0">
                <a:solidFill>
                  <a:schemeClr val="accent2"/>
                </a:solidFill>
                <a:latin typeface="Arial" panose="020B0604020202020204" pitchFamily="34" charset="0"/>
                <a:ea typeface="华文新魏" panose="02010800040101010101" pitchFamily="2" charset="-122"/>
              </a:rPr>
              <a:t>天津工业大学大学软件学院  </a:t>
            </a:r>
            <a:r>
              <a:rPr lang="en-US" altLang="zh-CN" sz="1800" dirty="0">
                <a:solidFill>
                  <a:schemeClr val="accent2"/>
                </a:solidFill>
                <a:latin typeface="Arial" panose="020B0604020202020204" pitchFamily="34" charset="0"/>
                <a:ea typeface="华文新魏" panose="02010800040101010101" pitchFamily="2" charset="-122"/>
              </a:rPr>
              <a:t>2023</a:t>
            </a:r>
            <a:r>
              <a:rPr lang="zh-CN" altLang="en-US" sz="1800" dirty="0">
                <a:solidFill>
                  <a:schemeClr val="accent2"/>
                </a:solidFill>
                <a:latin typeface="Arial" panose="020B0604020202020204" pitchFamily="34" charset="0"/>
                <a:ea typeface="华文新魏" panose="02010800040101010101" pitchFamily="2" charset="-122"/>
              </a:rPr>
              <a:t>年</a:t>
            </a:r>
            <a:r>
              <a:rPr lang="en-US" altLang="zh-CN" sz="1800" dirty="0">
                <a:solidFill>
                  <a:schemeClr val="accent2"/>
                </a:solidFill>
                <a:latin typeface="Arial" panose="020B0604020202020204" pitchFamily="34" charset="0"/>
                <a:ea typeface="华文新魏" panose="02010800040101010101" pitchFamily="2" charset="-122"/>
              </a:rPr>
              <a:t>12</a:t>
            </a:r>
            <a:r>
              <a:rPr lang="zh-CN" altLang="en-US" sz="1800" dirty="0">
                <a:solidFill>
                  <a:schemeClr val="accent2"/>
                </a:solidFill>
                <a:latin typeface="Arial" panose="020B0604020202020204" pitchFamily="34" charset="0"/>
                <a:ea typeface="华文新魏" panose="02010800040101010101" pitchFamily="2" charset="-122"/>
              </a:rPr>
              <a:t>月</a:t>
            </a:r>
            <a:r>
              <a:rPr lang="en-US" altLang="zh-CN" sz="1800" dirty="0">
                <a:solidFill>
                  <a:schemeClr val="accent2"/>
                </a:solidFill>
                <a:latin typeface="Arial" panose="020B0604020202020204" pitchFamily="34" charset="0"/>
                <a:ea typeface="华文新魏" panose="02010800040101010101" pitchFamily="2" charset="-122"/>
              </a:rPr>
              <a:t>5</a:t>
            </a:r>
            <a:r>
              <a:rPr lang="zh-CN" altLang="en-US" sz="1800" dirty="0">
                <a:solidFill>
                  <a:schemeClr val="accent2"/>
                </a:solidFill>
                <a:latin typeface="Arial" panose="020B0604020202020204" pitchFamily="34" charset="0"/>
                <a:ea typeface="华文新魏" panose="02010800040101010101" pitchFamily="2" charset="-122"/>
              </a:rPr>
              <a:t>日星期二</a:t>
            </a:r>
            <a:endParaRPr lang="en-US" altLang="zh-CN" sz="1800" dirty="0">
              <a:solidFill>
                <a:schemeClr val="accent2"/>
              </a:solidFill>
              <a:latin typeface="Arial" panose="020B0604020202020204" pitchFamily="34" charset="0"/>
              <a:ea typeface="华文新魏" panose="02010800040101010101" pitchFamily="2" charset="-122"/>
            </a:endParaRPr>
          </a:p>
        </p:txBody>
      </p:sp>
      <p:sp>
        <p:nvSpPr>
          <p:cNvPr id="3" name="Rectangle 9">
            <a:extLst>
              <a:ext uri="{FF2B5EF4-FFF2-40B4-BE49-F238E27FC236}">
                <a16:creationId xmlns:a16="http://schemas.microsoft.com/office/drawing/2014/main" id="{8D811566-81B1-569B-318D-0EB6B7FDA994}"/>
              </a:ext>
            </a:extLst>
          </p:cNvPr>
          <p:cNvSpPr>
            <a:spLocks noChangeArrowheads="1"/>
          </p:cNvSpPr>
          <p:nvPr/>
        </p:nvSpPr>
        <p:spPr bwMode="auto">
          <a:xfrm>
            <a:off x="7413625" y="6496050"/>
            <a:ext cx="1730375" cy="347663"/>
          </a:xfrm>
          <a:prstGeom prst="rect">
            <a:avLst/>
          </a:prstGeom>
          <a:noFill/>
          <a:ln>
            <a:noFill/>
          </a:ln>
          <a:effectLst/>
        </p:spPr>
        <p:txBody>
          <a:bodyPr/>
          <a:lstStyle>
            <a:lvl1pPr>
              <a:defRPr sz="2800" b="1">
                <a:solidFill>
                  <a:srgbClr val="000000"/>
                </a:solidFill>
                <a:latin typeface="AR PL SungtiL GB" charset="0"/>
                <a:ea typeface="宋体" panose="02010600030101010101" pitchFamily="2" charset="-122"/>
              </a:defRPr>
            </a:lvl1pPr>
            <a:lvl2pPr marL="742950" indent="-285750">
              <a:defRPr sz="2800" b="1">
                <a:solidFill>
                  <a:srgbClr val="000000"/>
                </a:solidFill>
                <a:latin typeface="AR PL SungtiL GB" charset="0"/>
                <a:ea typeface="宋体" panose="02010600030101010101" pitchFamily="2" charset="-122"/>
              </a:defRPr>
            </a:lvl2pPr>
            <a:lvl3pPr marL="1143000" indent="-228600">
              <a:defRPr sz="2800" b="1">
                <a:solidFill>
                  <a:srgbClr val="000000"/>
                </a:solidFill>
                <a:latin typeface="AR PL SungtiL GB" charset="0"/>
                <a:ea typeface="宋体" panose="02010600030101010101" pitchFamily="2" charset="-122"/>
              </a:defRPr>
            </a:lvl3pPr>
            <a:lvl4pPr marL="1600200" indent="-228600">
              <a:defRPr sz="2800" b="1">
                <a:solidFill>
                  <a:srgbClr val="000000"/>
                </a:solidFill>
                <a:latin typeface="AR PL SungtiL GB" charset="0"/>
                <a:ea typeface="宋体" panose="02010600030101010101" pitchFamily="2" charset="-122"/>
              </a:defRPr>
            </a:lvl4pPr>
            <a:lvl5pPr marL="2057400" indent="-228600">
              <a:defRPr sz="2800" b="1">
                <a:solidFill>
                  <a:srgbClr val="000000"/>
                </a:solidFill>
                <a:latin typeface="AR PL SungtiL GB" charset="0"/>
                <a:ea typeface="宋体" panose="02010600030101010101" pitchFamily="2" charset="-122"/>
              </a:defRPr>
            </a:lvl5pPr>
            <a:lvl6pPr marL="25146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6pPr>
            <a:lvl7pPr marL="29718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7pPr>
            <a:lvl8pPr marL="34290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8pPr>
            <a:lvl9pPr marL="38862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9pPr>
          </a:lstStyle>
          <a:p>
            <a:pPr algn="r" eaLnBrk="1" hangingPunct="1">
              <a:defRPr/>
            </a:pPr>
            <a:r>
              <a:rPr lang="zh-CN" altLang="en-US" sz="1800" b="0">
                <a:solidFill>
                  <a:schemeClr val="accent2"/>
                </a:solidFill>
                <a:latin typeface="Arial" panose="020B0604020202020204" pitchFamily="34" charset="0"/>
                <a:ea typeface="华文新魏" panose="02010800040101010101" pitchFamily="2" charset="-122"/>
              </a:rPr>
              <a:t>第</a:t>
            </a:r>
            <a:fld id="{472469F0-076C-4FC2-8FAC-F6EA162C8740}" type="slidenum">
              <a:rPr lang="zh-CN" altLang="en-US" sz="1800" smtClean="0">
                <a:solidFill>
                  <a:schemeClr val="accent2"/>
                </a:solidFill>
                <a:latin typeface="Arial" panose="020B0604020202020204" pitchFamily="34" charset="0"/>
                <a:ea typeface="华文新魏" panose="02010800040101010101" pitchFamily="2" charset="-122"/>
              </a:rPr>
              <a:pPr algn="r" eaLnBrk="1" hangingPunct="1">
                <a:defRPr/>
              </a:pPr>
              <a:t>‹#›</a:t>
            </a:fld>
            <a:r>
              <a:rPr lang="zh-CN" altLang="en-US" sz="1800" b="0">
                <a:solidFill>
                  <a:schemeClr val="accent2"/>
                </a:solidFill>
                <a:latin typeface="Arial" panose="020B0604020202020204" pitchFamily="34" charset="0"/>
                <a:ea typeface="华文新魏" panose="02010800040101010101" pitchFamily="2" charset="-122"/>
              </a:rPr>
              <a:t>页</a:t>
            </a:r>
          </a:p>
        </p:txBody>
      </p:sp>
      <p:sp>
        <p:nvSpPr>
          <p:cNvPr id="265218" name="Rectangle 2"/>
          <p:cNvSpPr>
            <a:spLocks noGrp="1" noChangeArrowheads="1"/>
          </p:cNvSpPr>
          <p:nvPr>
            <p:ph type="ctrTitle"/>
          </p:nvPr>
        </p:nvSpPr>
        <p:spPr>
          <a:xfrm>
            <a:off x="685800" y="2130425"/>
            <a:ext cx="7772400" cy="1470025"/>
          </a:xfrm>
        </p:spPr>
        <p:txBody>
          <a:bodyPr/>
          <a:lstStyle>
            <a:lvl1pPr>
              <a:lnSpc>
                <a:spcPct val="100000"/>
              </a:lnSpc>
              <a:buFont typeface="Times New Roman" panose="02020603050405020304" pitchFamily="18" charset="0"/>
              <a:buNone/>
              <a:defRPr sz="4400" b="0">
                <a:latin typeface="Times New Roman" panose="02020603050405020304" pitchFamily="18" charset="0"/>
              </a:defRPr>
            </a:lvl1pPr>
          </a:lstStyle>
          <a:p>
            <a:pPr lvl="0"/>
            <a:r>
              <a:rPr lang="zh-CN" altLang="en-US" noProof="0"/>
              <a:t>单击此处编辑母版标题样式</a:t>
            </a:r>
          </a:p>
        </p:txBody>
      </p:sp>
      <p:sp>
        <p:nvSpPr>
          <p:cNvPr id="265219" name="Rectangle 3"/>
          <p:cNvSpPr>
            <a:spLocks noGrp="1" noChangeArrowheads="1"/>
          </p:cNvSpPr>
          <p:nvPr>
            <p:ph type="subTitle" idx="1"/>
          </p:nvPr>
        </p:nvSpPr>
        <p:spPr>
          <a:xfrm>
            <a:off x="1371600" y="3886200"/>
            <a:ext cx="6400800" cy="1752600"/>
          </a:xfrm>
        </p:spPr>
        <p:txBody>
          <a:bodyPr/>
          <a:lstStyle>
            <a:lvl1pPr marL="342900" indent="-342900">
              <a:spcBef>
                <a:spcPct val="20000"/>
              </a:spcBef>
              <a:buFont typeface="Times New Roman" panose="02020603050405020304" pitchFamily="18" charset="0"/>
              <a:buBlip>
                <a:blip r:embed="rId2"/>
              </a:buBlip>
              <a:defRPr b="0">
                <a:latin typeface="Times New Roman" panose="02020603050405020304" pitchFamily="18" charset="0"/>
              </a:defRPr>
            </a:lvl1pPr>
          </a:lstStyle>
          <a:p>
            <a:pPr lvl="0"/>
            <a:r>
              <a:rPr lang="zh-CN" altLang="en-US" noProof="0"/>
              <a:t>单击此处编辑母版副标题样式</a:t>
            </a:r>
          </a:p>
        </p:txBody>
      </p:sp>
    </p:spTree>
    <p:extLst>
      <p:ext uri="{BB962C8B-B14F-4D97-AF65-F5344CB8AC3E}">
        <p14:creationId xmlns:p14="http://schemas.microsoft.com/office/powerpoint/2010/main" val="28616430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14866320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4043173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Tree>
    <p:extLst>
      <p:ext uri="{BB962C8B-B14F-4D97-AF65-F5344CB8AC3E}">
        <p14:creationId xmlns:p14="http://schemas.microsoft.com/office/powerpoint/2010/main" val="17571059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620713"/>
            <a:ext cx="4027488" cy="576103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37088" y="620713"/>
            <a:ext cx="4029075" cy="576103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7125210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4920348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41097155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8920498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Tree>
    <p:extLst>
      <p:ext uri="{BB962C8B-B14F-4D97-AF65-F5344CB8AC3E}">
        <p14:creationId xmlns:p14="http://schemas.microsoft.com/office/powerpoint/2010/main" val="37484853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Tree>
    <p:extLst>
      <p:ext uri="{BB962C8B-B14F-4D97-AF65-F5344CB8AC3E}">
        <p14:creationId xmlns:p14="http://schemas.microsoft.com/office/powerpoint/2010/main" val="26858101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9420526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0"/>
            <a:ext cx="2286000" cy="638175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0" y="0"/>
            <a:ext cx="6705600" cy="638175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4589306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9144000" cy="476250"/>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620713"/>
            <a:ext cx="4027488" cy="576103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37088" y="620713"/>
            <a:ext cx="4029075" cy="576103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84968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Rectangle 4">
            <a:extLst>
              <a:ext uri="{FF2B5EF4-FFF2-40B4-BE49-F238E27FC236}">
                <a16:creationId xmlns:a16="http://schemas.microsoft.com/office/drawing/2014/main" id="{FA0D7849-C5E8-57CE-7F26-2D0C55BACA39}"/>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89CE0395-1D4C-F375-24BB-0107CE94D100}"/>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D24D8022-D7CC-1A5F-17DD-059EDFC5AE47}"/>
              </a:ext>
            </a:extLst>
          </p:cNvPr>
          <p:cNvSpPr>
            <a:spLocks noGrp="1" noChangeArrowheads="1"/>
          </p:cNvSpPr>
          <p:nvPr>
            <p:ph type="sldNum" sz="quarter" idx="12"/>
          </p:nvPr>
        </p:nvSpPr>
        <p:spPr>
          <a:ln/>
        </p:spPr>
        <p:txBody>
          <a:bodyPr/>
          <a:lstStyle>
            <a:lvl1pPr>
              <a:defRPr/>
            </a:lvl1pPr>
          </a:lstStyle>
          <a:p>
            <a:pPr>
              <a:defRPr/>
            </a:pPr>
            <a:fld id="{3F165082-7DD7-4015-81FE-8057AE31E3E3}" type="slidenum">
              <a:rPr lang="zh-CN" altLang="en-US"/>
              <a:pPr>
                <a:defRPr/>
              </a:pPr>
              <a:t>‹#›</a:t>
            </a:fld>
            <a:endParaRPr lang="en-US" altLang="zh-CN"/>
          </a:p>
        </p:txBody>
      </p:sp>
    </p:spTree>
    <p:extLst>
      <p:ext uri="{BB962C8B-B14F-4D97-AF65-F5344CB8AC3E}">
        <p14:creationId xmlns:p14="http://schemas.microsoft.com/office/powerpoint/2010/main" val="6832853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A61EBF1A-E99D-B48F-812B-161BA9A17C97}"/>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864A84B6-3FE6-8D3C-D95F-78245BA11C84}"/>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63736DC8-BB3A-6052-81F4-C1EE401EC668}"/>
              </a:ext>
            </a:extLst>
          </p:cNvPr>
          <p:cNvSpPr>
            <a:spLocks noGrp="1" noChangeArrowheads="1"/>
          </p:cNvSpPr>
          <p:nvPr>
            <p:ph type="sldNum" sz="quarter" idx="12"/>
          </p:nvPr>
        </p:nvSpPr>
        <p:spPr>
          <a:ln/>
        </p:spPr>
        <p:txBody>
          <a:bodyPr/>
          <a:lstStyle>
            <a:lvl1pPr>
              <a:defRPr/>
            </a:lvl1pPr>
          </a:lstStyle>
          <a:p>
            <a:pPr>
              <a:defRPr/>
            </a:pPr>
            <a:fld id="{067AC7CA-DE41-4BCE-B61C-A034586B36C7}" type="slidenum">
              <a:rPr lang="zh-CN" altLang="en-US"/>
              <a:pPr>
                <a:defRPr/>
              </a:pPr>
              <a:t>‹#›</a:t>
            </a:fld>
            <a:endParaRPr lang="en-US" altLang="zh-CN"/>
          </a:p>
        </p:txBody>
      </p:sp>
    </p:spTree>
    <p:extLst>
      <p:ext uri="{BB962C8B-B14F-4D97-AF65-F5344CB8AC3E}">
        <p14:creationId xmlns:p14="http://schemas.microsoft.com/office/powerpoint/2010/main" val="302178309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Rectangle 4">
            <a:extLst>
              <a:ext uri="{FF2B5EF4-FFF2-40B4-BE49-F238E27FC236}">
                <a16:creationId xmlns:a16="http://schemas.microsoft.com/office/drawing/2014/main" id="{8885FE1B-F368-3B17-F15F-056816F220BE}"/>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43EAD244-83D0-E469-77B5-B141411AE12F}"/>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72FAC6A8-7014-D236-B1EA-A9EED1610173}"/>
              </a:ext>
            </a:extLst>
          </p:cNvPr>
          <p:cNvSpPr>
            <a:spLocks noGrp="1" noChangeArrowheads="1"/>
          </p:cNvSpPr>
          <p:nvPr>
            <p:ph type="sldNum" sz="quarter" idx="12"/>
          </p:nvPr>
        </p:nvSpPr>
        <p:spPr>
          <a:ln/>
        </p:spPr>
        <p:txBody>
          <a:bodyPr/>
          <a:lstStyle>
            <a:lvl1pPr>
              <a:defRPr/>
            </a:lvl1pPr>
          </a:lstStyle>
          <a:p>
            <a:pPr>
              <a:defRPr/>
            </a:pPr>
            <a:fld id="{28B76B60-D263-42B4-9CE5-605014B497EC}" type="slidenum">
              <a:rPr lang="zh-CN" altLang="en-US"/>
              <a:pPr>
                <a:defRPr/>
              </a:pPr>
              <a:t>‹#›</a:t>
            </a:fld>
            <a:endParaRPr lang="en-US" altLang="zh-CN"/>
          </a:p>
        </p:txBody>
      </p:sp>
    </p:spTree>
    <p:extLst>
      <p:ext uri="{BB962C8B-B14F-4D97-AF65-F5344CB8AC3E}">
        <p14:creationId xmlns:p14="http://schemas.microsoft.com/office/powerpoint/2010/main" val="415787538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9DAA9FCF-9B9B-0D3E-8754-DD35875068AB}"/>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8114A759-EC9F-5145-2561-85661D37E244}"/>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EA904A84-DE8D-38D2-2AD4-793B3338BE54}"/>
              </a:ext>
            </a:extLst>
          </p:cNvPr>
          <p:cNvSpPr>
            <a:spLocks noGrp="1" noChangeArrowheads="1"/>
          </p:cNvSpPr>
          <p:nvPr>
            <p:ph type="sldNum" sz="quarter" idx="12"/>
          </p:nvPr>
        </p:nvSpPr>
        <p:spPr>
          <a:ln/>
        </p:spPr>
        <p:txBody>
          <a:bodyPr/>
          <a:lstStyle>
            <a:lvl1pPr>
              <a:defRPr/>
            </a:lvl1pPr>
          </a:lstStyle>
          <a:p>
            <a:pPr>
              <a:defRPr/>
            </a:pPr>
            <a:fld id="{54C9568C-91B0-4572-BD0D-7DA97986C7BB}" type="slidenum">
              <a:rPr lang="zh-CN" altLang="en-US"/>
              <a:pPr>
                <a:defRPr/>
              </a:pPr>
              <a:t>‹#›</a:t>
            </a:fld>
            <a:endParaRPr lang="en-US" altLang="zh-CN"/>
          </a:p>
        </p:txBody>
      </p:sp>
    </p:spTree>
    <p:extLst>
      <p:ext uri="{BB962C8B-B14F-4D97-AF65-F5344CB8AC3E}">
        <p14:creationId xmlns:p14="http://schemas.microsoft.com/office/powerpoint/2010/main" val="283034110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C893967A-5852-2CD1-5E28-C45B750DD45C}"/>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a:extLst>
              <a:ext uri="{FF2B5EF4-FFF2-40B4-BE49-F238E27FC236}">
                <a16:creationId xmlns:a16="http://schemas.microsoft.com/office/drawing/2014/main" id="{BBF08AC2-5CB1-C4BF-D737-0952CD22D01F}"/>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a:extLst>
              <a:ext uri="{FF2B5EF4-FFF2-40B4-BE49-F238E27FC236}">
                <a16:creationId xmlns:a16="http://schemas.microsoft.com/office/drawing/2014/main" id="{F27A5609-231F-DC59-2300-007A1A41F83B}"/>
              </a:ext>
            </a:extLst>
          </p:cNvPr>
          <p:cNvSpPr>
            <a:spLocks noGrp="1" noChangeArrowheads="1"/>
          </p:cNvSpPr>
          <p:nvPr>
            <p:ph type="sldNum" sz="quarter" idx="12"/>
          </p:nvPr>
        </p:nvSpPr>
        <p:spPr>
          <a:ln/>
        </p:spPr>
        <p:txBody>
          <a:bodyPr/>
          <a:lstStyle>
            <a:lvl1pPr>
              <a:defRPr/>
            </a:lvl1pPr>
          </a:lstStyle>
          <a:p>
            <a:pPr>
              <a:defRPr/>
            </a:pPr>
            <a:fld id="{775B8430-AD61-425A-A380-E0D3FDDD4731}" type="slidenum">
              <a:rPr lang="zh-CN" altLang="en-US"/>
              <a:pPr>
                <a:defRPr/>
              </a:pPr>
              <a:t>‹#›</a:t>
            </a:fld>
            <a:endParaRPr lang="en-US" altLang="zh-CN"/>
          </a:p>
        </p:txBody>
      </p:sp>
    </p:spTree>
    <p:extLst>
      <p:ext uri="{BB962C8B-B14F-4D97-AF65-F5344CB8AC3E}">
        <p14:creationId xmlns:p14="http://schemas.microsoft.com/office/powerpoint/2010/main" val="169670404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a:extLst>
              <a:ext uri="{FF2B5EF4-FFF2-40B4-BE49-F238E27FC236}">
                <a16:creationId xmlns:a16="http://schemas.microsoft.com/office/drawing/2014/main" id="{B98B291B-FAFC-451E-F8D6-9FEE4C391E33}"/>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a:extLst>
              <a:ext uri="{FF2B5EF4-FFF2-40B4-BE49-F238E27FC236}">
                <a16:creationId xmlns:a16="http://schemas.microsoft.com/office/drawing/2014/main" id="{6F85A2BF-0BF6-C571-2E29-C0D883E7856F}"/>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6BBB1D15-73C6-C8F5-5EB1-E333E629ED2F}"/>
              </a:ext>
            </a:extLst>
          </p:cNvPr>
          <p:cNvSpPr>
            <a:spLocks noGrp="1" noChangeArrowheads="1"/>
          </p:cNvSpPr>
          <p:nvPr>
            <p:ph type="sldNum" sz="quarter" idx="12"/>
          </p:nvPr>
        </p:nvSpPr>
        <p:spPr>
          <a:ln/>
        </p:spPr>
        <p:txBody>
          <a:bodyPr/>
          <a:lstStyle>
            <a:lvl1pPr>
              <a:defRPr/>
            </a:lvl1pPr>
          </a:lstStyle>
          <a:p>
            <a:pPr>
              <a:defRPr/>
            </a:pPr>
            <a:fld id="{CA628109-BFA3-4211-AD47-015F1973DF49}" type="slidenum">
              <a:rPr lang="zh-CN" altLang="en-US"/>
              <a:pPr>
                <a:defRPr/>
              </a:pPr>
              <a:t>‹#›</a:t>
            </a:fld>
            <a:endParaRPr lang="en-US" altLang="zh-CN"/>
          </a:p>
        </p:txBody>
      </p:sp>
    </p:spTree>
    <p:extLst>
      <p:ext uri="{BB962C8B-B14F-4D97-AF65-F5344CB8AC3E}">
        <p14:creationId xmlns:p14="http://schemas.microsoft.com/office/powerpoint/2010/main" val="196514302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875A1CDD-5B07-9016-98A2-4C7A47A863BA}"/>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a:extLst>
              <a:ext uri="{FF2B5EF4-FFF2-40B4-BE49-F238E27FC236}">
                <a16:creationId xmlns:a16="http://schemas.microsoft.com/office/drawing/2014/main" id="{CB38F08A-D0C2-7937-DBDB-4791B31AECCB}"/>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a:extLst>
              <a:ext uri="{FF2B5EF4-FFF2-40B4-BE49-F238E27FC236}">
                <a16:creationId xmlns:a16="http://schemas.microsoft.com/office/drawing/2014/main" id="{53ADFB81-623E-3FB7-B02B-54CBFCE50A2D}"/>
              </a:ext>
            </a:extLst>
          </p:cNvPr>
          <p:cNvSpPr>
            <a:spLocks noGrp="1" noChangeArrowheads="1"/>
          </p:cNvSpPr>
          <p:nvPr>
            <p:ph type="sldNum" sz="quarter" idx="12"/>
          </p:nvPr>
        </p:nvSpPr>
        <p:spPr>
          <a:ln/>
        </p:spPr>
        <p:txBody>
          <a:bodyPr/>
          <a:lstStyle>
            <a:lvl1pPr>
              <a:defRPr/>
            </a:lvl1pPr>
          </a:lstStyle>
          <a:p>
            <a:pPr>
              <a:defRPr/>
            </a:pPr>
            <a:fld id="{3A852CAD-9D78-41EC-AFF5-61BD939C4C9D}" type="slidenum">
              <a:rPr lang="zh-CN" altLang="en-US"/>
              <a:pPr>
                <a:defRPr/>
              </a:pPr>
              <a:t>‹#›</a:t>
            </a:fld>
            <a:endParaRPr lang="en-US" altLang="zh-CN"/>
          </a:p>
        </p:txBody>
      </p:sp>
    </p:spTree>
    <p:extLst>
      <p:ext uri="{BB962C8B-B14F-4D97-AF65-F5344CB8AC3E}">
        <p14:creationId xmlns:p14="http://schemas.microsoft.com/office/powerpoint/2010/main" val="327961989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6D544860-C25F-3B15-D38C-21124147DFE0}"/>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C6845698-BA7B-5602-0D30-0F8BAB76B73C}"/>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7453E888-9D8D-8CF8-795F-1FAA7F0A89DE}"/>
              </a:ext>
            </a:extLst>
          </p:cNvPr>
          <p:cNvSpPr>
            <a:spLocks noGrp="1" noChangeArrowheads="1"/>
          </p:cNvSpPr>
          <p:nvPr>
            <p:ph type="sldNum" sz="quarter" idx="12"/>
          </p:nvPr>
        </p:nvSpPr>
        <p:spPr>
          <a:ln/>
        </p:spPr>
        <p:txBody>
          <a:bodyPr/>
          <a:lstStyle>
            <a:lvl1pPr>
              <a:defRPr/>
            </a:lvl1pPr>
          </a:lstStyle>
          <a:p>
            <a:pPr>
              <a:defRPr/>
            </a:pPr>
            <a:fld id="{B9E2763F-459D-43D4-A304-4211A711467C}" type="slidenum">
              <a:rPr lang="zh-CN" altLang="en-US"/>
              <a:pPr>
                <a:defRPr/>
              </a:pPr>
              <a:t>‹#›</a:t>
            </a:fld>
            <a:endParaRPr lang="en-US" altLang="zh-CN"/>
          </a:p>
        </p:txBody>
      </p:sp>
    </p:spTree>
    <p:extLst>
      <p:ext uri="{BB962C8B-B14F-4D97-AF65-F5344CB8AC3E}">
        <p14:creationId xmlns:p14="http://schemas.microsoft.com/office/powerpoint/2010/main" val="210333349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545A636A-C182-0D37-584D-CC91282A9F4A}"/>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94A2D85A-AD82-6918-8A3A-D173C6092722}"/>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770CA6F3-3906-E553-130E-0A45490C36A2}"/>
              </a:ext>
            </a:extLst>
          </p:cNvPr>
          <p:cNvSpPr>
            <a:spLocks noGrp="1" noChangeArrowheads="1"/>
          </p:cNvSpPr>
          <p:nvPr>
            <p:ph type="sldNum" sz="quarter" idx="12"/>
          </p:nvPr>
        </p:nvSpPr>
        <p:spPr>
          <a:ln/>
        </p:spPr>
        <p:txBody>
          <a:bodyPr/>
          <a:lstStyle>
            <a:lvl1pPr>
              <a:defRPr/>
            </a:lvl1pPr>
          </a:lstStyle>
          <a:p>
            <a:pPr>
              <a:defRPr/>
            </a:pPr>
            <a:fld id="{E182D429-369A-48F4-993D-9EA2726F77D5}" type="slidenum">
              <a:rPr lang="zh-CN" altLang="en-US"/>
              <a:pPr>
                <a:defRPr/>
              </a:pPr>
              <a:t>‹#›</a:t>
            </a:fld>
            <a:endParaRPr lang="en-US" altLang="zh-CN"/>
          </a:p>
        </p:txBody>
      </p:sp>
    </p:spTree>
    <p:extLst>
      <p:ext uri="{BB962C8B-B14F-4D97-AF65-F5344CB8AC3E}">
        <p14:creationId xmlns:p14="http://schemas.microsoft.com/office/powerpoint/2010/main" val="60645487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63656CF8-21FF-65CB-9A90-B922388BE309}"/>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E1FCE02E-01B9-3F0D-EDFF-1E2172AD65C8}"/>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559B85F5-87A4-6800-D3FD-2F63C388EAB3}"/>
              </a:ext>
            </a:extLst>
          </p:cNvPr>
          <p:cNvSpPr>
            <a:spLocks noGrp="1" noChangeArrowheads="1"/>
          </p:cNvSpPr>
          <p:nvPr>
            <p:ph type="sldNum" sz="quarter" idx="12"/>
          </p:nvPr>
        </p:nvSpPr>
        <p:spPr>
          <a:ln/>
        </p:spPr>
        <p:txBody>
          <a:bodyPr/>
          <a:lstStyle>
            <a:lvl1pPr>
              <a:defRPr/>
            </a:lvl1pPr>
          </a:lstStyle>
          <a:p>
            <a:pPr>
              <a:defRPr/>
            </a:pPr>
            <a:fld id="{A6D8CFCF-DCA5-4BA8-9EFC-18E439244609}" type="slidenum">
              <a:rPr lang="zh-CN" altLang="en-US"/>
              <a:pPr>
                <a:defRPr/>
              </a:pPr>
              <a:t>‹#›</a:t>
            </a:fld>
            <a:endParaRPr lang="en-US" altLang="zh-CN"/>
          </a:p>
        </p:txBody>
      </p:sp>
    </p:spTree>
    <p:extLst>
      <p:ext uri="{BB962C8B-B14F-4D97-AF65-F5344CB8AC3E}">
        <p14:creationId xmlns:p14="http://schemas.microsoft.com/office/powerpoint/2010/main" val="383327996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F2D8C39D-DB17-E57C-89E1-C0526240ECE5}"/>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63173F37-1A7F-A38F-CCC3-B13D611601EE}"/>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117274B1-0817-7582-28F1-597B40C1B8D1}"/>
              </a:ext>
            </a:extLst>
          </p:cNvPr>
          <p:cNvSpPr>
            <a:spLocks noGrp="1" noChangeArrowheads="1"/>
          </p:cNvSpPr>
          <p:nvPr>
            <p:ph type="sldNum" sz="quarter" idx="12"/>
          </p:nvPr>
        </p:nvSpPr>
        <p:spPr>
          <a:ln/>
        </p:spPr>
        <p:txBody>
          <a:bodyPr/>
          <a:lstStyle>
            <a:lvl1pPr>
              <a:defRPr/>
            </a:lvl1pPr>
          </a:lstStyle>
          <a:p>
            <a:pPr>
              <a:defRPr/>
            </a:pPr>
            <a:fld id="{1E4FAA01-4484-4497-B854-50E432EDE612}" type="slidenum">
              <a:rPr lang="zh-CN" altLang="en-US"/>
              <a:pPr>
                <a:defRPr/>
              </a:pPr>
              <a:t>‹#›</a:t>
            </a:fld>
            <a:endParaRPr lang="en-US" altLang="zh-CN"/>
          </a:p>
        </p:txBody>
      </p:sp>
    </p:spTree>
    <p:extLst>
      <p:ext uri="{BB962C8B-B14F-4D97-AF65-F5344CB8AC3E}">
        <p14:creationId xmlns:p14="http://schemas.microsoft.com/office/powerpoint/2010/main" val="34714819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4.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19" Type="http://schemas.openxmlformats.org/officeDocument/2006/relationships/image" Target="../media/image5.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5"/>
          <a:srcRect/>
          <a:stretch>
            <a:fillRect/>
          </a:stretch>
        </a:blip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B2479C2E-AB4E-D81B-07B3-8C995F389A15}"/>
              </a:ext>
            </a:extLst>
          </p:cNvPr>
          <p:cNvSpPr>
            <a:spLocks noGrp="1" noChangeArrowheads="1"/>
          </p:cNvSpPr>
          <p:nvPr>
            <p:ph type="title"/>
          </p:nvPr>
        </p:nvSpPr>
        <p:spPr bwMode="auto">
          <a:xfrm>
            <a:off x="0" y="0"/>
            <a:ext cx="9144000" cy="476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prstTxWarp prst="textNoShape">
              <a:avLst/>
            </a:prstTxWarp>
          </a:bodyPr>
          <a:lstStyle/>
          <a:p>
            <a:pPr lvl="0"/>
            <a:r>
              <a:rPr lang="zh-CN" altLang="en-GB"/>
              <a:t>请您按击鼠标，编辑标题文的格式。</a:t>
            </a:r>
          </a:p>
        </p:txBody>
      </p:sp>
      <p:sp>
        <p:nvSpPr>
          <p:cNvPr id="1027" name="Rectangle 3">
            <a:extLst>
              <a:ext uri="{FF2B5EF4-FFF2-40B4-BE49-F238E27FC236}">
                <a16:creationId xmlns:a16="http://schemas.microsoft.com/office/drawing/2014/main" id="{397E802B-B427-8391-9011-D515DF8B0F93}"/>
              </a:ext>
            </a:extLst>
          </p:cNvPr>
          <p:cNvSpPr>
            <a:spLocks noGrp="1" noChangeArrowheads="1"/>
          </p:cNvSpPr>
          <p:nvPr>
            <p:ph type="body" idx="1"/>
          </p:nvPr>
        </p:nvSpPr>
        <p:spPr bwMode="auto">
          <a:xfrm>
            <a:off x="457200" y="620713"/>
            <a:ext cx="8208963" cy="57610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t" anchorCtr="0" compatLnSpc="1">
            <a:prstTxWarp prst="textNoShape">
              <a:avLst/>
            </a:prstTxWarp>
          </a:bodyPr>
          <a:lstStyle/>
          <a:p>
            <a:pPr lvl="0"/>
            <a:r>
              <a:rPr lang="zh-CN" altLang="en-GB"/>
              <a:t>请您按击鼠标，编辑大纲正文格式。</a:t>
            </a:r>
          </a:p>
          <a:p>
            <a:pPr lvl="1"/>
            <a:r>
              <a:rPr lang="zh-CN" altLang="en-GB"/>
              <a:t>第二个大纲级</a:t>
            </a:r>
          </a:p>
          <a:p>
            <a:pPr lvl="2"/>
            <a:r>
              <a:rPr lang="zh-CN" altLang="en-GB"/>
              <a:t>第三个大纲级</a:t>
            </a:r>
          </a:p>
          <a:p>
            <a:pPr lvl="3"/>
            <a:r>
              <a:rPr lang="zh-CN" altLang="en-GB"/>
              <a:t>第四个大纲级</a:t>
            </a:r>
          </a:p>
        </p:txBody>
      </p:sp>
      <p:sp>
        <p:nvSpPr>
          <p:cNvPr id="1028" name="Rectangle 5">
            <a:extLst>
              <a:ext uri="{FF2B5EF4-FFF2-40B4-BE49-F238E27FC236}">
                <a16:creationId xmlns:a16="http://schemas.microsoft.com/office/drawing/2014/main" id="{4B5468F1-53B3-13FE-4FEF-8872612C1D03}"/>
              </a:ext>
            </a:extLst>
          </p:cNvPr>
          <p:cNvSpPr>
            <a:spLocks noChangeArrowheads="1"/>
          </p:cNvSpPr>
          <p:nvPr/>
        </p:nvSpPr>
        <p:spPr bwMode="auto">
          <a:xfrm>
            <a:off x="0" y="6518275"/>
            <a:ext cx="9144000" cy="339725"/>
          </a:xfrm>
          <a:prstGeom prst="rect">
            <a:avLst/>
          </a:prstGeom>
          <a:noFill/>
          <a:ln>
            <a:noFill/>
          </a:ln>
          <a:effectLst/>
        </p:spPr>
        <p:txBody>
          <a:bodyPr/>
          <a:lstStyle>
            <a:lvl1pPr>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4pPr>
            <a:lvl5pPr marL="20574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5pPr>
            <a:lvl6pPr marL="25146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6pPr>
            <a:lvl7pPr marL="29718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7pPr>
            <a:lvl8pPr marL="34290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8pPr>
            <a:lvl9pPr marL="38862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9pPr>
          </a:lstStyle>
          <a:p>
            <a:pPr eaLnBrk="1" hangingPunct="1">
              <a:spcBef>
                <a:spcPct val="0"/>
              </a:spcBef>
              <a:spcAft>
                <a:spcPct val="0"/>
              </a:spcAft>
              <a:buClrTx/>
              <a:buFontTx/>
              <a:buNone/>
              <a:defRPr/>
            </a:pPr>
            <a:r>
              <a:rPr lang="en-US" altLang="zh-CN" sz="1800" dirty="0">
                <a:solidFill>
                  <a:schemeClr val="accent2"/>
                </a:solidFill>
                <a:latin typeface="Arial" panose="020B0604020202020204" pitchFamily="34" charset="0"/>
                <a:ea typeface="华文新魏" panose="02010800040101010101" pitchFamily="2" charset="-122"/>
              </a:rPr>
              <a:t>《Linux</a:t>
            </a:r>
            <a:r>
              <a:rPr lang="zh-CN" altLang="en-US" sz="1800" dirty="0">
                <a:solidFill>
                  <a:schemeClr val="accent2"/>
                </a:solidFill>
                <a:latin typeface="Arial" panose="020B0604020202020204" pitchFamily="34" charset="0"/>
                <a:ea typeface="华文新魏" panose="02010800040101010101" pitchFamily="2" charset="-122"/>
              </a:rPr>
              <a:t>系统与安全</a:t>
            </a:r>
            <a:r>
              <a:rPr lang="en-US" altLang="zh-CN" sz="1800" dirty="0">
                <a:solidFill>
                  <a:schemeClr val="accent2"/>
                </a:solidFill>
                <a:latin typeface="Arial" panose="020B0604020202020204" pitchFamily="34" charset="0"/>
                <a:ea typeface="华文新魏" panose="02010800040101010101" pitchFamily="2" charset="-122"/>
              </a:rPr>
              <a:t>》 </a:t>
            </a:r>
            <a:r>
              <a:rPr lang="zh-CN" altLang="en-US" sz="1800" dirty="0">
                <a:solidFill>
                  <a:schemeClr val="accent2"/>
                </a:solidFill>
                <a:latin typeface="Arial" panose="020B0604020202020204" pitchFamily="34" charset="0"/>
                <a:ea typeface="华文新魏" panose="02010800040101010101" pitchFamily="2" charset="-122"/>
              </a:rPr>
              <a:t>天津工业大学大学软件学院  </a:t>
            </a:r>
            <a:r>
              <a:rPr lang="en-US" altLang="zh-CN" sz="1800" dirty="0">
                <a:solidFill>
                  <a:schemeClr val="accent2"/>
                </a:solidFill>
                <a:latin typeface="Arial" panose="020B0604020202020204" pitchFamily="34" charset="0"/>
                <a:ea typeface="华文新魏" panose="02010800040101010101" pitchFamily="2" charset="-122"/>
              </a:rPr>
              <a:t>2023</a:t>
            </a:r>
            <a:r>
              <a:rPr lang="zh-CN" altLang="en-US" sz="1800" dirty="0">
                <a:solidFill>
                  <a:schemeClr val="accent2"/>
                </a:solidFill>
                <a:latin typeface="Arial" panose="020B0604020202020204" pitchFamily="34" charset="0"/>
                <a:ea typeface="华文新魏" panose="02010800040101010101" pitchFamily="2" charset="-122"/>
              </a:rPr>
              <a:t>年</a:t>
            </a:r>
            <a:r>
              <a:rPr lang="en-US" altLang="zh-CN" sz="1800" dirty="0">
                <a:solidFill>
                  <a:schemeClr val="accent2"/>
                </a:solidFill>
                <a:latin typeface="Arial" panose="020B0604020202020204" pitchFamily="34" charset="0"/>
                <a:ea typeface="华文新魏" panose="02010800040101010101" pitchFamily="2" charset="-122"/>
              </a:rPr>
              <a:t>12</a:t>
            </a:r>
            <a:r>
              <a:rPr lang="zh-CN" altLang="en-US" sz="1800" dirty="0">
                <a:solidFill>
                  <a:schemeClr val="accent2"/>
                </a:solidFill>
                <a:latin typeface="Arial" panose="020B0604020202020204" pitchFamily="34" charset="0"/>
                <a:ea typeface="华文新魏" panose="02010800040101010101" pitchFamily="2" charset="-122"/>
              </a:rPr>
              <a:t>月</a:t>
            </a:r>
            <a:r>
              <a:rPr lang="en-US" altLang="zh-CN" sz="1800" dirty="0">
                <a:solidFill>
                  <a:schemeClr val="accent2"/>
                </a:solidFill>
                <a:latin typeface="Arial" panose="020B0604020202020204" pitchFamily="34" charset="0"/>
                <a:ea typeface="华文新魏" panose="02010800040101010101" pitchFamily="2" charset="-122"/>
              </a:rPr>
              <a:t>5</a:t>
            </a:r>
            <a:r>
              <a:rPr lang="zh-CN" altLang="en-US" sz="1800" dirty="0">
                <a:solidFill>
                  <a:schemeClr val="accent2"/>
                </a:solidFill>
                <a:latin typeface="Arial" panose="020B0604020202020204" pitchFamily="34" charset="0"/>
                <a:ea typeface="华文新魏" panose="02010800040101010101" pitchFamily="2" charset="-122"/>
              </a:rPr>
              <a:t>日星期二</a:t>
            </a:r>
            <a:endParaRPr lang="en-US" altLang="zh-CN" sz="1800" dirty="0">
              <a:solidFill>
                <a:schemeClr val="accent2"/>
              </a:solidFill>
              <a:latin typeface="Arial" panose="020B0604020202020204" pitchFamily="34" charset="0"/>
              <a:ea typeface="华文新魏" panose="02010800040101010101" pitchFamily="2" charset="-122"/>
            </a:endParaRPr>
          </a:p>
        </p:txBody>
      </p:sp>
      <p:sp>
        <p:nvSpPr>
          <p:cNvPr id="1029" name="Rectangle 6">
            <a:extLst>
              <a:ext uri="{FF2B5EF4-FFF2-40B4-BE49-F238E27FC236}">
                <a16:creationId xmlns:a16="http://schemas.microsoft.com/office/drawing/2014/main" id="{8F80694C-A784-503B-AE56-EEC4D4259B13}"/>
              </a:ext>
            </a:extLst>
          </p:cNvPr>
          <p:cNvSpPr>
            <a:spLocks noChangeArrowheads="1"/>
          </p:cNvSpPr>
          <p:nvPr/>
        </p:nvSpPr>
        <p:spPr bwMode="auto">
          <a:xfrm>
            <a:off x="7413625" y="6496050"/>
            <a:ext cx="1730375" cy="347663"/>
          </a:xfrm>
          <a:prstGeom prst="rect">
            <a:avLst/>
          </a:prstGeom>
          <a:noFill/>
          <a:ln>
            <a:noFill/>
          </a:ln>
          <a:effectLst/>
        </p:spPr>
        <p:txBody>
          <a:bodyPr/>
          <a:lstStyle>
            <a:lvl1pPr>
              <a:defRPr sz="2800" b="1">
                <a:solidFill>
                  <a:srgbClr val="000000"/>
                </a:solidFill>
                <a:latin typeface="AR PL SungtiL GB" charset="0"/>
                <a:ea typeface="宋体" panose="02010600030101010101" pitchFamily="2" charset="-122"/>
              </a:defRPr>
            </a:lvl1pPr>
            <a:lvl2pPr marL="742950" indent="-285750">
              <a:defRPr sz="2800" b="1">
                <a:solidFill>
                  <a:srgbClr val="000000"/>
                </a:solidFill>
                <a:latin typeface="AR PL SungtiL GB" charset="0"/>
                <a:ea typeface="宋体" panose="02010600030101010101" pitchFamily="2" charset="-122"/>
              </a:defRPr>
            </a:lvl2pPr>
            <a:lvl3pPr marL="1143000" indent="-228600">
              <a:defRPr sz="2800" b="1">
                <a:solidFill>
                  <a:srgbClr val="000000"/>
                </a:solidFill>
                <a:latin typeface="AR PL SungtiL GB" charset="0"/>
                <a:ea typeface="宋体" panose="02010600030101010101" pitchFamily="2" charset="-122"/>
              </a:defRPr>
            </a:lvl3pPr>
            <a:lvl4pPr marL="1600200" indent="-228600">
              <a:defRPr sz="2800" b="1">
                <a:solidFill>
                  <a:srgbClr val="000000"/>
                </a:solidFill>
                <a:latin typeface="AR PL SungtiL GB" charset="0"/>
                <a:ea typeface="宋体" panose="02010600030101010101" pitchFamily="2" charset="-122"/>
              </a:defRPr>
            </a:lvl4pPr>
            <a:lvl5pPr marL="2057400" indent="-228600">
              <a:defRPr sz="2800" b="1">
                <a:solidFill>
                  <a:srgbClr val="000000"/>
                </a:solidFill>
                <a:latin typeface="AR PL SungtiL GB" charset="0"/>
                <a:ea typeface="宋体" panose="02010600030101010101" pitchFamily="2" charset="-122"/>
              </a:defRPr>
            </a:lvl5pPr>
            <a:lvl6pPr marL="25146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6pPr>
            <a:lvl7pPr marL="29718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7pPr>
            <a:lvl8pPr marL="34290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8pPr>
            <a:lvl9pPr marL="38862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9pPr>
          </a:lstStyle>
          <a:p>
            <a:pPr algn="r" eaLnBrk="1" hangingPunct="1">
              <a:defRPr/>
            </a:pPr>
            <a:r>
              <a:rPr lang="zh-CN" altLang="en-US" sz="1800" b="0">
                <a:solidFill>
                  <a:schemeClr val="accent2"/>
                </a:solidFill>
                <a:latin typeface="Arial" panose="020B0604020202020204" pitchFamily="34" charset="0"/>
                <a:ea typeface="华文新魏" panose="02010800040101010101" pitchFamily="2" charset="-122"/>
              </a:rPr>
              <a:t>第</a:t>
            </a:r>
            <a:fld id="{0983AEA2-1437-4B1E-A52C-268D97004F61}" type="slidenum">
              <a:rPr lang="zh-CN" altLang="en-US" sz="1800" smtClean="0">
                <a:solidFill>
                  <a:schemeClr val="accent2"/>
                </a:solidFill>
                <a:latin typeface="Arial" panose="020B0604020202020204" pitchFamily="34" charset="0"/>
                <a:ea typeface="华文新魏" panose="02010800040101010101" pitchFamily="2" charset="-122"/>
              </a:rPr>
              <a:pPr algn="r" eaLnBrk="1" hangingPunct="1">
                <a:defRPr/>
              </a:pPr>
              <a:t>‹#›</a:t>
            </a:fld>
            <a:r>
              <a:rPr lang="zh-CN" altLang="en-US" sz="1800" b="0">
                <a:solidFill>
                  <a:schemeClr val="accent2"/>
                </a:solidFill>
                <a:latin typeface="Arial" panose="020B0604020202020204" pitchFamily="34" charset="0"/>
                <a:ea typeface="华文新魏" panose="02010800040101010101" pitchFamily="2" charset="-122"/>
              </a:rPr>
              <a:t>页</a:t>
            </a:r>
          </a:p>
        </p:txBody>
      </p:sp>
      <p:sp>
        <p:nvSpPr>
          <p:cNvPr id="1030" name="Line 7">
            <a:extLst>
              <a:ext uri="{FF2B5EF4-FFF2-40B4-BE49-F238E27FC236}">
                <a16:creationId xmlns:a16="http://schemas.microsoft.com/office/drawing/2014/main" id="{C5D4A730-BCB5-DDA8-CA2F-4B7177087C66}"/>
              </a:ext>
            </a:extLst>
          </p:cNvPr>
          <p:cNvSpPr>
            <a:spLocks noChangeShapeType="1"/>
          </p:cNvSpPr>
          <p:nvPr/>
        </p:nvSpPr>
        <p:spPr bwMode="auto">
          <a:xfrm>
            <a:off x="0" y="549275"/>
            <a:ext cx="9144000" cy="0"/>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 bg1="lt1" tx1="dk1" bg2="lt2" tx2="dk2" accent1="accent1" accent2="accent2" accent3="accent3" accent4="accent4" accent5="accent5" accent6="accent6" hlink="hlink" folHlink="folHlink"/>
  <p:sldLayoutIdLst>
    <p:sldLayoutId id="2147484223" r:id="rId1"/>
    <p:sldLayoutId id="2147484200" r:id="rId2"/>
    <p:sldLayoutId id="2147484201" r:id="rId3"/>
    <p:sldLayoutId id="2147484202" r:id="rId4"/>
    <p:sldLayoutId id="2147484203" r:id="rId5"/>
    <p:sldLayoutId id="2147484204" r:id="rId6"/>
    <p:sldLayoutId id="2147484205" r:id="rId7"/>
    <p:sldLayoutId id="2147484206" r:id="rId8"/>
    <p:sldLayoutId id="2147484207" r:id="rId9"/>
    <p:sldLayoutId id="2147484208" r:id="rId10"/>
    <p:sldLayoutId id="2147484209" r:id="rId11"/>
    <p:sldLayoutId id="2147484210" r:id="rId12"/>
    <p:sldLayoutId id="2147484211" r:id="rId13"/>
  </p:sldLayoutIdLst>
  <p:txStyles>
    <p:titleStyle>
      <a:lvl1pPr algn="l" defTabSz="449263" rtl="0" eaLnBrk="0" fontAlgn="base" hangingPunct="0">
        <a:lnSpc>
          <a:spcPct val="87000"/>
        </a:lnSpc>
        <a:spcBef>
          <a:spcPct val="0"/>
        </a:spcBef>
        <a:spcAft>
          <a:spcPct val="0"/>
        </a:spcAft>
        <a:buClr>
          <a:srgbClr val="000000"/>
        </a:buClr>
        <a:buSzPct val="100000"/>
        <a:buFont typeface="Arial" panose="020B0604020202020204" pitchFamily="34" charset="0"/>
        <a:defRPr sz="3600" b="1" kern="1200">
          <a:solidFill>
            <a:srgbClr val="000000"/>
          </a:solidFill>
          <a:latin typeface="+mj-lt"/>
          <a:ea typeface="+mj-ea"/>
          <a:cs typeface="+mj-cs"/>
        </a:defRPr>
      </a:lvl1pPr>
      <a:lvl2pPr algn="l" defTabSz="449263" rtl="0" eaLnBrk="0" fontAlgn="base" hangingPunct="0">
        <a:lnSpc>
          <a:spcPct val="87000"/>
        </a:lnSpc>
        <a:spcBef>
          <a:spcPct val="0"/>
        </a:spcBef>
        <a:spcAft>
          <a:spcPct val="0"/>
        </a:spcAft>
        <a:buClr>
          <a:srgbClr val="000000"/>
        </a:buClr>
        <a:buSzPct val="100000"/>
        <a:buFont typeface="Arial" panose="020B0604020202020204" pitchFamily="34" charset="0"/>
        <a:defRPr sz="3600" b="1">
          <a:solidFill>
            <a:srgbClr val="000000"/>
          </a:solidFill>
          <a:latin typeface="AR PL SungtiL GB" charset="0"/>
          <a:ea typeface="华文新魏" panose="02010800040101010101" pitchFamily="2" charset="-122"/>
        </a:defRPr>
      </a:lvl2pPr>
      <a:lvl3pPr algn="l" defTabSz="449263" rtl="0" eaLnBrk="0" fontAlgn="base" hangingPunct="0">
        <a:lnSpc>
          <a:spcPct val="87000"/>
        </a:lnSpc>
        <a:spcBef>
          <a:spcPct val="0"/>
        </a:spcBef>
        <a:spcAft>
          <a:spcPct val="0"/>
        </a:spcAft>
        <a:buClr>
          <a:srgbClr val="000000"/>
        </a:buClr>
        <a:buSzPct val="100000"/>
        <a:buFont typeface="Arial" panose="020B0604020202020204" pitchFamily="34" charset="0"/>
        <a:defRPr sz="3600" b="1">
          <a:solidFill>
            <a:srgbClr val="000000"/>
          </a:solidFill>
          <a:latin typeface="AR PL SungtiL GB" charset="0"/>
          <a:ea typeface="华文新魏" panose="02010800040101010101" pitchFamily="2" charset="-122"/>
        </a:defRPr>
      </a:lvl3pPr>
      <a:lvl4pPr algn="l" defTabSz="449263" rtl="0" eaLnBrk="0" fontAlgn="base" hangingPunct="0">
        <a:lnSpc>
          <a:spcPct val="87000"/>
        </a:lnSpc>
        <a:spcBef>
          <a:spcPct val="0"/>
        </a:spcBef>
        <a:spcAft>
          <a:spcPct val="0"/>
        </a:spcAft>
        <a:buClr>
          <a:srgbClr val="000000"/>
        </a:buClr>
        <a:buSzPct val="100000"/>
        <a:buFont typeface="Arial" panose="020B0604020202020204" pitchFamily="34" charset="0"/>
        <a:defRPr sz="3600" b="1">
          <a:solidFill>
            <a:srgbClr val="000000"/>
          </a:solidFill>
          <a:latin typeface="AR PL SungtiL GB" charset="0"/>
          <a:ea typeface="华文新魏" panose="02010800040101010101" pitchFamily="2" charset="-122"/>
        </a:defRPr>
      </a:lvl4pPr>
      <a:lvl5pPr algn="l" defTabSz="449263" rtl="0" eaLnBrk="0" fontAlgn="base" hangingPunct="0">
        <a:lnSpc>
          <a:spcPct val="87000"/>
        </a:lnSpc>
        <a:spcBef>
          <a:spcPct val="0"/>
        </a:spcBef>
        <a:spcAft>
          <a:spcPct val="0"/>
        </a:spcAft>
        <a:buClr>
          <a:srgbClr val="000000"/>
        </a:buClr>
        <a:buSzPct val="100000"/>
        <a:buFont typeface="Arial" panose="020B0604020202020204" pitchFamily="34" charset="0"/>
        <a:defRPr sz="3600" b="1">
          <a:solidFill>
            <a:srgbClr val="000000"/>
          </a:solidFill>
          <a:latin typeface="AR PL SungtiL GB" charset="0"/>
          <a:ea typeface="华文新魏" panose="02010800040101010101" pitchFamily="2" charset="-122"/>
        </a:defRPr>
      </a:lvl5pPr>
      <a:lvl6pPr marL="457200" algn="l" defTabSz="449263" rtl="0" fontAlgn="base">
        <a:spcBef>
          <a:spcPct val="0"/>
        </a:spcBef>
        <a:spcAft>
          <a:spcPct val="0"/>
        </a:spcAft>
        <a:buClr>
          <a:srgbClr val="000000"/>
        </a:buClr>
        <a:buSzPct val="100000"/>
        <a:buFont typeface="Arial" panose="020B0604020202020204" pitchFamily="34" charset="0"/>
        <a:defRPr sz="4400">
          <a:solidFill>
            <a:srgbClr val="000000"/>
          </a:solidFill>
          <a:latin typeface="Times New Roman" panose="02020603050405020304" pitchFamily="18" charset="0"/>
          <a:ea typeface="宋体" panose="02010600030101010101" pitchFamily="2" charset="-122"/>
        </a:defRPr>
      </a:lvl6pPr>
      <a:lvl7pPr marL="914400" algn="l" defTabSz="449263" rtl="0" fontAlgn="base">
        <a:spcBef>
          <a:spcPct val="0"/>
        </a:spcBef>
        <a:spcAft>
          <a:spcPct val="0"/>
        </a:spcAft>
        <a:buClr>
          <a:srgbClr val="000000"/>
        </a:buClr>
        <a:buSzPct val="100000"/>
        <a:buFont typeface="Arial" panose="020B0604020202020204" pitchFamily="34" charset="0"/>
        <a:defRPr sz="4400">
          <a:solidFill>
            <a:srgbClr val="000000"/>
          </a:solidFill>
          <a:latin typeface="Times New Roman" panose="02020603050405020304" pitchFamily="18" charset="0"/>
          <a:ea typeface="宋体" panose="02010600030101010101" pitchFamily="2" charset="-122"/>
        </a:defRPr>
      </a:lvl7pPr>
      <a:lvl8pPr marL="1371600" algn="l" defTabSz="449263" rtl="0" fontAlgn="base">
        <a:spcBef>
          <a:spcPct val="0"/>
        </a:spcBef>
        <a:spcAft>
          <a:spcPct val="0"/>
        </a:spcAft>
        <a:buClr>
          <a:srgbClr val="000000"/>
        </a:buClr>
        <a:buSzPct val="100000"/>
        <a:buFont typeface="Arial" panose="020B0604020202020204" pitchFamily="34" charset="0"/>
        <a:defRPr sz="4400">
          <a:solidFill>
            <a:srgbClr val="000000"/>
          </a:solidFill>
          <a:latin typeface="Times New Roman" panose="02020603050405020304" pitchFamily="18" charset="0"/>
          <a:ea typeface="宋体" panose="02010600030101010101" pitchFamily="2" charset="-122"/>
        </a:defRPr>
      </a:lvl8pPr>
      <a:lvl9pPr marL="1828800" algn="l" defTabSz="449263" rtl="0" fontAlgn="base">
        <a:spcBef>
          <a:spcPct val="0"/>
        </a:spcBef>
        <a:spcAft>
          <a:spcPct val="0"/>
        </a:spcAft>
        <a:buClr>
          <a:srgbClr val="000000"/>
        </a:buClr>
        <a:buSzPct val="100000"/>
        <a:buFont typeface="Arial" panose="020B0604020202020204" pitchFamily="34" charset="0"/>
        <a:defRPr sz="4400">
          <a:solidFill>
            <a:srgbClr val="000000"/>
          </a:solidFill>
          <a:latin typeface="Times New Roman" panose="02020603050405020304" pitchFamily="18" charset="0"/>
          <a:ea typeface="宋体" panose="02010600030101010101" pitchFamily="2" charset="-122"/>
        </a:defRPr>
      </a:lvl9pPr>
    </p:titleStyle>
    <p:bodyStyle>
      <a:lvl1pPr marL="450850" indent="-450850" algn="l" defTabSz="449263" rtl="0" eaLnBrk="0" fontAlgn="base" hangingPunct="0">
        <a:spcBef>
          <a:spcPts val="800"/>
        </a:spcBef>
        <a:spcAft>
          <a:spcPts val="800"/>
        </a:spcAft>
        <a:buClr>
          <a:srgbClr val="000000"/>
        </a:buClr>
        <a:buFont typeface="Arial" panose="020B0604020202020204" pitchFamily="34" charset="0"/>
        <a:buBlip>
          <a:blip r:embed="rId16"/>
        </a:buBlip>
        <a:defRPr sz="2800" b="1" kern="1200">
          <a:solidFill>
            <a:srgbClr val="000000"/>
          </a:solidFill>
          <a:latin typeface="+mn-lt"/>
          <a:ea typeface="+mn-ea"/>
          <a:cs typeface="+mn-cs"/>
        </a:defRPr>
      </a:lvl1pPr>
      <a:lvl2pPr marL="987425" indent="-357188" algn="l" defTabSz="449263" rtl="0" eaLnBrk="0" fontAlgn="base" hangingPunct="0">
        <a:spcBef>
          <a:spcPts val="800"/>
        </a:spcBef>
        <a:spcAft>
          <a:spcPts val="800"/>
        </a:spcAft>
        <a:buClr>
          <a:srgbClr val="000000"/>
        </a:buClr>
        <a:buFont typeface="Arial" panose="020B0604020202020204" pitchFamily="34" charset="0"/>
        <a:buBlip>
          <a:blip r:embed="rId17"/>
        </a:buBlip>
        <a:defRPr sz="2400" b="1" kern="1200">
          <a:solidFill>
            <a:srgbClr val="000000"/>
          </a:solidFill>
          <a:latin typeface="+mn-lt"/>
          <a:ea typeface="+mn-ea"/>
          <a:cs typeface="+mn-cs"/>
        </a:defRPr>
      </a:lvl2pPr>
      <a:lvl3pPr marL="1609725" indent="-357188" algn="l" defTabSz="449263" rtl="0" eaLnBrk="0" fontAlgn="base" hangingPunct="0">
        <a:spcBef>
          <a:spcPts val="800"/>
        </a:spcBef>
        <a:spcAft>
          <a:spcPts val="800"/>
        </a:spcAft>
        <a:buClr>
          <a:srgbClr val="000000"/>
        </a:buClr>
        <a:buSzPct val="125000"/>
        <a:buFont typeface="Arial" panose="020B0604020202020204" pitchFamily="34" charset="0"/>
        <a:buBlip>
          <a:blip r:embed="rId18"/>
        </a:buBlip>
        <a:defRPr sz="2000" b="1" kern="1200">
          <a:solidFill>
            <a:srgbClr val="000000"/>
          </a:solidFill>
          <a:latin typeface="+mn-lt"/>
          <a:ea typeface="+mn-ea"/>
          <a:cs typeface="+mn-cs"/>
        </a:defRPr>
      </a:lvl3pPr>
      <a:lvl4pPr marL="2157413" indent="-368300" algn="l" defTabSz="449263" rtl="0" eaLnBrk="0" fontAlgn="base" hangingPunct="0">
        <a:spcBef>
          <a:spcPts val="800"/>
        </a:spcBef>
        <a:spcAft>
          <a:spcPts val="800"/>
        </a:spcAft>
        <a:buClr>
          <a:srgbClr val="000000"/>
        </a:buClr>
        <a:buSzPct val="100000"/>
        <a:buFont typeface="Arial" panose="020B0604020202020204" pitchFamily="34" charset="0"/>
        <a:buBlip>
          <a:blip r:embed="rId19"/>
        </a:buBlip>
        <a:defRPr sz="2000" b="1" kern="1200">
          <a:solidFill>
            <a:srgbClr val="000000"/>
          </a:solidFill>
          <a:latin typeface="Arial" panose="020B0604020202020204" pitchFamily="34" charset="0"/>
          <a:ea typeface="+mn-ea"/>
          <a:cs typeface="+mn-cs"/>
        </a:defRPr>
      </a:lvl4pPr>
      <a:lvl5pPr marL="2565400" indent="-228600" algn="l" defTabSz="449263" rtl="0" eaLnBrk="0" fontAlgn="base" hangingPunct="0">
        <a:spcBef>
          <a:spcPts val="338"/>
        </a:spcBef>
        <a:spcAft>
          <a:spcPct val="0"/>
        </a:spcAft>
        <a:buClr>
          <a:srgbClr val="000000"/>
        </a:buClr>
        <a:buSzPct val="100000"/>
        <a:buFont typeface="Arial" panose="020B0604020202020204" pitchFamily="34" charset="0"/>
        <a:buChar char="»"/>
        <a:defRPr sz="2000" b="1" kern="1200">
          <a:solidFill>
            <a:srgbClr val="000000"/>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BB73B373-4504-BCCB-08B4-D92B88330F03}"/>
              </a:ext>
            </a:extLst>
          </p:cNvPr>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2051" name="Rectangle 3">
            <a:extLst>
              <a:ext uri="{FF2B5EF4-FFF2-40B4-BE49-F238E27FC236}">
                <a16:creationId xmlns:a16="http://schemas.microsoft.com/office/drawing/2014/main" id="{C35F8520-577F-0368-4FC4-63428E3E902A}"/>
              </a:ext>
            </a:extLst>
          </p:cNvPr>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14372" name="Rectangle 4">
            <a:extLst>
              <a:ext uri="{FF2B5EF4-FFF2-40B4-BE49-F238E27FC236}">
                <a16:creationId xmlns:a16="http://schemas.microsoft.com/office/drawing/2014/main" id="{B0F16A8D-F00D-8041-D0D1-0684386F7289}"/>
              </a:ext>
            </a:extLst>
          </p:cNvPr>
          <p:cNvSpPr>
            <a:spLocks noGrp="1" noChangeArrowheads="1"/>
          </p:cNvSpPr>
          <p:nvPr>
            <p:ph type="dt" sz="half" idx="2"/>
          </p:nvPr>
        </p:nvSpPr>
        <p:spPr bwMode="auto">
          <a:xfrm>
            <a:off x="457200" y="6245225"/>
            <a:ext cx="2133600"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0" hangingPunct="0">
              <a:spcBef>
                <a:spcPct val="0"/>
              </a:spcBef>
              <a:spcAft>
                <a:spcPct val="0"/>
              </a:spcAft>
              <a:buClrTx/>
              <a:buFontTx/>
              <a:buNone/>
              <a:defRPr sz="1400" b="0">
                <a:solidFill>
                  <a:schemeClr val="tx1"/>
                </a:solidFill>
                <a:latin typeface="Times New Roman" panose="02020603050405020304" pitchFamily="18" charset="0"/>
              </a:defRPr>
            </a:lvl1pPr>
          </a:lstStyle>
          <a:p>
            <a:pPr>
              <a:defRPr/>
            </a:pPr>
            <a:endParaRPr lang="en-US" altLang="zh-CN"/>
          </a:p>
        </p:txBody>
      </p:sp>
      <p:sp>
        <p:nvSpPr>
          <p:cNvPr id="314373" name="Rectangle 5">
            <a:extLst>
              <a:ext uri="{FF2B5EF4-FFF2-40B4-BE49-F238E27FC236}">
                <a16:creationId xmlns:a16="http://schemas.microsoft.com/office/drawing/2014/main" id="{15797385-082E-0EFE-2C9B-65756DB64113}"/>
              </a:ext>
            </a:extLst>
          </p:cNvPr>
          <p:cNvSpPr>
            <a:spLocks noGrp="1" noChangeArrowheads="1"/>
          </p:cNvSpPr>
          <p:nvPr>
            <p:ph type="ftr" sz="quarter" idx="3"/>
          </p:nvPr>
        </p:nvSpPr>
        <p:spPr bwMode="auto">
          <a:xfrm>
            <a:off x="3124200" y="6245225"/>
            <a:ext cx="2895600"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algn="ctr" eaLnBrk="0" hangingPunct="0">
              <a:spcBef>
                <a:spcPct val="0"/>
              </a:spcBef>
              <a:spcAft>
                <a:spcPct val="0"/>
              </a:spcAft>
              <a:buClrTx/>
              <a:buFontTx/>
              <a:buNone/>
              <a:defRPr sz="1400" b="0">
                <a:solidFill>
                  <a:schemeClr val="tx1"/>
                </a:solidFill>
                <a:latin typeface="Times New Roman" panose="02020603050405020304" pitchFamily="18" charset="0"/>
              </a:defRPr>
            </a:lvl1pPr>
          </a:lstStyle>
          <a:p>
            <a:pPr>
              <a:defRPr/>
            </a:pPr>
            <a:endParaRPr lang="en-US" altLang="zh-CN"/>
          </a:p>
        </p:txBody>
      </p:sp>
      <p:sp>
        <p:nvSpPr>
          <p:cNvPr id="314374" name="Rectangle 6">
            <a:extLst>
              <a:ext uri="{FF2B5EF4-FFF2-40B4-BE49-F238E27FC236}">
                <a16:creationId xmlns:a16="http://schemas.microsoft.com/office/drawing/2014/main" id="{543FA2E8-705C-B6F8-A23E-20052E603045}"/>
              </a:ext>
            </a:extLst>
          </p:cNvPr>
          <p:cNvSpPr>
            <a:spLocks noGrp="1" noChangeArrowheads="1"/>
          </p:cNvSpPr>
          <p:nvPr>
            <p:ph type="sldNum" sz="quarter" idx="4"/>
          </p:nvPr>
        </p:nvSpPr>
        <p:spPr bwMode="auto">
          <a:xfrm>
            <a:off x="6553200" y="6245225"/>
            <a:ext cx="2133600"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a:defRPr sz="1400" b="0" smtClean="0">
                <a:solidFill>
                  <a:schemeClr val="tx1"/>
                </a:solidFill>
                <a:latin typeface="Times New Roman" panose="02020603050405020304" pitchFamily="18" charset="0"/>
              </a:defRPr>
            </a:lvl1pPr>
          </a:lstStyle>
          <a:p>
            <a:pPr>
              <a:defRPr/>
            </a:pPr>
            <a:fld id="{14A80810-C56E-4931-B50F-8E3D672B1557}" type="slidenum">
              <a:rPr lang="zh-CN" altLang="en-US"/>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4212" r:id="rId1"/>
    <p:sldLayoutId id="2147484213" r:id="rId2"/>
    <p:sldLayoutId id="2147484214" r:id="rId3"/>
    <p:sldLayoutId id="2147484215" r:id="rId4"/>
    <p:sldLayoutId id="2147484216" r:id="rId5"/>
    <p:sldLayoutId id="2147484217" r:id="rId6"/>
    <p:sldLayoutId id="2147484218" r:id="rId7"/>
    <p:sldLayoutId id="2147484219" r:id="rId8"/>
    <p:sldLayoutId id="2147484220" r:id="rId9"/>
    <p:sldLayoutId id="2147484221" r:id="rId10"/>
    <p:sldLayoutId id="2147484222" r:id="rId11"/>
  </p:sldLayoutIdLst>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8" name="Rectangle 6">
            <a:extLst>
              <a:ext uri="{FF2B5EF4-FFF2-40B4-BE49-F238E27FC236}">
                <a16:creationId xmlns:a16="http://schemas.microsoft.com/office/drawing/2014/main" id="{7D3F1F69-AEED-EAB9-AE51-39E609B9B1B6}"/>
              </a:ext>
            </a:extLst>
          </p:cNvPr>
          <p:cNvSpPr>
            <a:spLocks noGrp="1" noChangeArrowheads="1"/>
          </p:cNvSpPr>
          <p:nvPr>
            <p:ph type="subTitle" idx="1"/>
          </p:nvPr>
        </p:nvSpPr>
        <p:spPr>
          <a:xfrm>
            <a:off x="684213" y="3716338"/>
            <a:ext cx="7848600" cy="2592387"/>
          </a:xfrm>
        </p:spPr>
        <p:txBody>
          <a:bodyPr/>
          <a:lstStyle/>
          <a:p>
            <a:pPr algn="ctr" eaLnBrk="1" hangingPunct="1">
              <a:buFont typeface="Times New Roman" panose="02020603050405020304" pitchFamily="18" charset="0"/>
              <a:buNone/>
              <a:defRPr/>
            </a:pPr>
            <a:r>
              <a:rPr lang="zh-CN" altLang="en-US" b="1" dirty="0">
                <a:effectLst>
                  <a:outerShdw blurRad="38100" dist="38100" dir="2700000" algn="tl">
                    <a:srgbClr val="C0C0C0"/>
                  </a:outerShdw>
                </a:effectLst>
                <a:latin typeface="华文新魏" panose="02010800040101010101" pitchFamily="2" charset="-122"/>
                <a:ea typeface="华文新魏" panose="02010800040101010101" pitchFamily="2" charset="-122"/>
              </a:rPr>
              <a:t>天津工业大学计算机科学与技术学院</a:t>
            </a:r>
          </a:p>
          <a:p>
            <a:pPr algn="ctr" eaLnBrk="1" hangingPunct="1">
              <a:buFont typeface="Times New Roman" panose="02020603050405020304" pitchFamily="18" charset="0"/>
              <a:buNone/>
              <a:defRPr/>
            </a:pPr>
            <a:r>
              <a:rPr lang="zh-CN" altLang="en-US" b="1" dirty="0">
                <a:effectLst>
                  <a:outerShdw blurRad="38100" dist="38100" dir="2700000" algn="tl">
                    <a:srgbClr val="C0C0C0"/>
                  </a:outerShdw>
                </a:effectLst>
                <a:latin typeface="华文新魏" panose="02010800040101010101" pitchFamily="2" charset="-122"/>
                <a:ea typeface="华文新魏" panose="02010800040101010101" pitchFamily="2" charset="-122"/>
              </a:rPr>
              <a:t>张桂玲  </a:t>
            </a:r>
            <a:endParaRPr lang="en-US" altLang="zh-CN" b="1" dirty="0">
              <a:effectLst>
                <a:outerShdw blurRad="38100" dist="38100" dir="2700000" algn="tl">
                  <a:srgbClr val="C0C0C0"/>
                </a:outerShdw>
              </a:effectLst>
              <a:latin typeface="华文新魏" panose="02010800040101010101" pitchFamily="2" charset="-122"/>
              <a:ea typeface="华文新魏" panose="02010800040101010101" pitchFamily="2" charset="-122"/>
            </a:endParaRPr>
          </a:p>
          <a:p>
            <a:pPr algn="ctr" eaLnBrk="1" hangingPunct="1">
              <a:buFont typeface="Times New Roman" panose="02020603050405020304" pitchFamily="18" charset="0"/>
              <a:buNone/>
              <a:defRPr/>
            </a:pPr>
            <a:r>
              <a:rPr lang="en-US" altLang="zh-CN" b="1" dirty="0">
                <a:effectLst>
                  <a:outerShdw blurRad="38100" dist="38100" dir="2700000" algn="tl">
                    <a:srgbClr val="C0C0C0"/>
                  </a:outerShdw>
                </a:effectLst>
                <a:latin typeface="华文新魏" panose="02010800040101010101" pitchFamily="2" charset="-122"/>
                <a:ea typeface="华文新魏" panose="02010800040101010101" pitchFamily="2" charset="-122"/>
              </a:rPr>
              <a:t>Email:gui_ling_zhang@163.com</a:t>
            </a:r>
          </a:p>
          <a:p>
            <a:pPr algn="ctr" eaLnBrk="1" hangingPunct="1">
              <a:buFont typeface="Times New Roman" panose="02020603050405020304" pitchFamily="18" charset="0"/>
              <a:buNone/>
              <a:defRPr/>
            </a:pPr>
            <a:r>
              <a:rPr lang="en-US" altLang="zh-CN" b="1" dirty="0">
                <a:effectLst>
                  <a:outerShdw blurRad="38100" dist="38100" dir="2700000" algn="tl">
                    <a:srgbClr val="C0C0C0"/>
                  </a:outerShdw>
                </a:effectLst>
                <a:latin typeface="华文新魏" panose="02010800040101010101" pitchFamily="2" charset="-122"/>
                <a:ea typeface="华文新魏" panose="02010800040101010101" pitchFamily="2" charset="-122"/>
              </a:rPr>
              <a:t>2022.9</a:t>
            </a:r>
          </a:p>
        </p:txBody>
      </p:sp>
      <p:sp>
        <p:nvSpPr>
          <p:cNvPr id="3079" name="Rectangle 7" descr="花束">
            <a:extLst>
              <a:ext uri="{FF2B5EF4-FFF2-40B4-BE49-F238E27FC236}">
                <a16:creationId xmlns:a16="http://schemas.microsoft.com/office/drawing/2014/main" id="{5E323A94-3120-4452-5461-E5F40FF09E1E}"/>
              </a:ext>
            </a:extLst>
          </p:cNvPr>
          <p:cNvSpPr>
            <a:spLocks noChangeArrowheads="1"/>
          </p:cNvSpPr>
          <p:nvPr/>
        </p:nvSpPr>
        <p:spPr bwMode="auto">
          <a:xfrm>
            <a:off x="900113" y="1196975"/>
            <a:ext cx="7632700" cy="1584325"/>
          </a:xfrm>
          <a:prstGeom prst="rect">
            <a:avLst/>
          </a:prstGeom>
          <a:blipFill dpi="0" rotWithShape="1">
            <a:blip r:embed="rId3"/>
            <a:srcRect/>
            <a:tile tx="0" ty="0" sx="100000" sy="100000" flip="none" algn="tl"/>
          </a:blipFill>
          <a:ln w="9525">
            <a:solidFill>
              <a:schemeClr val="tx1"/>
            </a:solidFill>
            <a:miter lim="800000"/>
            <a:headEnd/>
            <a:tailEnd/>
          </a:ln>
          <a:effectLst/>
        </p:spPr>
        <p:txBody>
          <a:bodyPr anchor="ctr"/>
          <a:lstStyle>
            <a:lvl1pPr defTabSz="449263">
              <a:spcBef>
                <a:spcPts val="800"/>
              </a:spcBef>
              <a:spcAft>
                <a:spcPts val="800"/>
              </a:spcAft>
              <a:buClr>
                <a:srgbClr val="000000"/>
              </a:buClr>
              <a:buFont typeface="Arial" panose="020B0604020202020204" pitchFamily="34" charset="0"/>
              <a:buBlip>
                <a:blip r:embed="rId4"/>
              </a:buBlip>
              <a:defRPr sz="2800" b="1">
                <a:solidFill>
                  <a:srgbClr val="000000"/>
                </a:solidFill>
                <a:latin typeface="AR PL SungtiL GB" charset="0"/>
                <a:ea typeface="宋体" panose="02010600030101010101" pitchFamily="2" charset="-122"/>
              </a:defRPr>
            </a:lvl1pPr>
            <a:lvl2pPr marL="987425" indent="-357188" defTabSz="449263">
              <a:spcBef>
                <a:spcPts val="800"/>
              </a:spcBef>
              <a:spcAft>
                <a:spcPts val="800"/>
              </a:spcAft>
              <a:buClr>
                <a:srgbClr val="000000"/>
              </a:buClr>
              <a:buFont typeface="Arial" panose="020B0604020202020204" pitchFamily="34" charset="0"/>
              <a:buBlip>
                <a:blip r:embed="rId5"/>
              </a:buBlip>
              <a:defRPr sz="2400" b="1">
                <a:solidFill>
                  <a:srgbClr val="000000"/>
                </a:solidFill>
                <a:latin typeface="AR PL SungtiL GB" charset="0"/>
                <a:ea typeface="宋体" panose="02010600030101010101" pitchFamily="2" charset="-122"/>
              </a:defRPr>
            </a:lvl2pPr>
            <a:lvl3pPr marL="1609725" indent="-357188" defTabSz="449263">
              <a:spcBef>
                <a:spcPts val="800"/>
              </a:spcBef>
              <a:spcAft>
                <a:spcPts val="800"/>
              </a:spcAft>
              <a:buClr>
                <a:srgbClr val="000000"/>
              </a:buClr>
              <a:buSzPct val="125000"/>
              <a:buFont typeface="Arial" panose="020B0604020202020204" pitchFamily="34" charset="0"/>
              <a:buBlip>
                <a:blip r:embed="rId6"/>
              </a:buBlip>
              <a:defRPr sz="2000" b="1">
                <a:solidFill>
                  <a:srgbClr val="000000"/>
                </a:solidFill>
                <a:latin typeface="AR PL SungtiL GB" charset="0"/>
                <a:ea typeface="宋体" panose="02010600030101010101" pitchFamily="2" charset="-122"/>
              </a:defRPr>
            </a:lvl3pPr>
            <a:lvl4pPr marL="2157413" indent="-368300" defTabSz="449263">
              <a:spcBef>
                <a:spcPts val="800"/>
              </a:spcBef>
              <a:spcAft>
                <a:spcPts val="800"/>
              </a:spcAft>
              <a:buClr>
                <a:srgbClr val="000000"/>
              </a:buClr>
              <a:buSzPct val="100000"/>
              <a:buFont typeface="Arial" panose="020B0604020202020204" pitchFamily="34" charset="0"/>
              <a:buBlip>
                <a:blip r:embed="rId7"/>
              </a:buBlip>
              <a:defRPr sz="2000" b="1">
                <a:solidFill>
                  <a:srgbClr val="000000"/>
                </a:solidFill>
                <a:latin typeface="Arial" panose="020B0604020202020204" pitchFamily="34" charset="0"/>
                <a:ea typeface="宋体" panose="02010600030101010101" pitchFamily="2" charset="-122"/>
              </a:defRPr>
            </a:lvl4pPr>
            <a:lvl5pPr marL="2565400" indent="-228600" defTabSz="449263">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30226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34798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9370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43942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algn="ctr" eaLnBrk="1" hangingPunct="1">
              <a:spcBef>
                <a:spcPct val="0"/>
              </a:spcBef>
              <a:spcAft>
                <a:spcPct val="0"/>
              </a:spcAft>
              <a:buFont typeface="Times New Roman" panose="02020603050405020304" pitchFamily="18" charset="0"/>
              <a:buNone/>
              <a:defRPr/>
            </a:pPr>
            <a:r>
              <a:rPr lang="en-US" altLang="zh-CN" sz="6000">
                <a:effectLst>
                  <a:outerShdw blurRad="38100" dist="38100" dir="2700000" algn="tl">
                    <a:srgbClr val="C0C0C0"/>
                  </a:outerShdw>
                </a:effectLst>
                <a:latin typeface="华文新魏" panose="02010800040101010101" pitchFamily="2" charset="-122"/>
                <a:ea typeface="华文新魏" panose="02010800040101010101" pitchFamily="2" charset="-122"/>
              </a:rPr>
              <a:t>Linux</a:t>
            </a:r>
            <a:r>
              <a:rPr lang="zh-CN" altLang="en-US" sz="6000">
                <a:effectLst>
                  <a:outerShdw blurRad="38100" dist="38100" dir="2700000" algn="tl">
                    <a:srgbClr val="C0C0C0"/>
                  </a:outerShdw>
                </a:effectLst>
                <a:latin typeface="华文新魏" panose="02010800040101010101" pitchFamily="2" charset="-122"/>
                <a:ea typeface="华文新魏" panose="02010800040101010101" pitchFamily="2" charset="-122"/>
              </a:rPr>
              <a:t>系统</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9">
            <a:extLst>
              <a:ext uri="{FF2B5EF4-FFF2-40B4-BE49-F238E27FC236}">
                <a16:creationId xmlns:a16="http://schemas.microsoft.com/office/drawing/2014/main" id="{3920507A-7FB8-0E4B-247C-257DC938AC6F}"/>
              </a:ext>
            </a:extLst>
          </p:cNvPr>
          <p:cNvSpPr>
            <a:spLocks noGrp="1" noChangeArrowheads="1"/>
          </p:cNvSpPr>
          <p:nvPr>
            <p:ph type="title"/>
          </p:nvPr>
        </p:nvSpPr>
        <p:spPr>
          <a:xfrm>
            <a:off x="179388" y="-71438"/>
            <a:ext cx="9144000" cy="71438"/>
          </a:xfrm>
        </p:spPr>
        <p:txBody>
          <a:bodyPr/>
          <a:lstStyle/>
          <a:p>
            <a:pPr eaLnBrk="1" hangingPunct="1">
              <a:lnSpc>
                <a:spcPct val="300000"/>
              </a:lnSpc>
              <a:spcBef>
                <a:spcPts val="2400"/>
              </a:spcBef>
            </a:pPr>
            <a:r>
              <a:rPr lang="zh-CN" altLang="en-US">
                <a:latin typeface="Times New Roman" panose="02020603050405020304" pitchFamily="18" charset="0"/>
                <a:ea typeface="幼圆" panose="02010509060101010101" pitchFamily="49" charset="-122"/>
                <a:cs typeface="宋体" panose="02010600030101010101" pitchFamily="2" charset="-122"/>
              </a:rPr>
              <a:t>第</a:t>
            </a:r>
            <a:r>
              <a:rPr lang="en-US" altLang="zh-CN">
                <a:latin typeface="Times New Roman" panose="02020603050405020304" pitchFamily="18" charset="0"/>
                <a:ea typeface="幼圆" panose="02010509060101010101" pitchFamily="49" charset="-122"/>
                <a:cs typeface="宋体" panose="02010600030101010101" pitchFamily="2" charset="-122"/>
              </a:rPr>
              <a:t>10</a:t>
            </a:r>
            <a:r>
              <a:rPr lang="zh-CN" altLang="en-US">
                <a:latin typeface="Times New Roman" panose="02020603050405020304" pitchFamily="18" charset="0"/>
                <a:ea typeface="幼圆" panose="02010509060101010101" pitchFamily="49" charset="-122"/>
                <a:cs typeface="宋体" panose="02010600030101010101" pitchFamily="2" charset="-122"/>
              </a:rPr>
              <a:t>（</a:t>
            </a:r>
            <a:r>
              <a:rPr lang="en-US" altLang="zh-CN">
                <a:latin typeface="Times New Roman" panose="02020603050405020304" pitchFamily="18" charset="0"/>
                <a:ea typeface="幼圆" panose="02010509060101010101" pitchFamily="49" charset="-122"/>
                <a:cs typeface="宋体" panose="02010600030101010101" pitchFamily="2" charset="-122"/>
              </a:rPr>
              <a:t>16</a:t>
            </a:r>
            <a:r>
              <a:rPr lang="zh-CN" altLang="en-US">
                <a:latin typeface="Times New Roman" panose="02020603050405020304" pitchFamily="18" charset="0"/>
                <a:ea typeface="幼圆" panose="02010509060101010101" pitchFamily="49" charset="-122"/>
                <a:cs typeface="宋体" panose="02010600030101010101" pitchFamily="2" charset="-122"/>
              </a:rPr>
              <a:t>）章  </a:t>
            </a:r>
            <a:r>
              <a:rPr lang="en-US" altLang="zh-CN">
                <a:latin typeface="Times New Roman" panose="02020603050405020304" pitchFamily="18" charset="0"/>
                <a:ea typeface="幼圆" panose="02010509060101010101" pitchFamily="49" charset="-122"/>
                <a:cs typeface="宋体" panose="02010600030101010101" pitchFamily="2" charset="-122"/>
              </a:rPr>
              <a:t>DHCP</a:t>
            </a:r>
            <a:r>
              <a:rPr lang="zh-CN" altLang="en-US">
                <a:latin typeface="Times New Roman" panose="02020603050405020304" pitchFamily="18" charset="0"/>
                <a:ea typeface="幼圆" panose="02010509060101010101" pitchFamily="49" charset="-122"/>
                <a:cs typeface="宋体" panose="02010600030101010101" pitchFamily="2" charset="-122"/>
              </a:rPr>
              <a:t>服务器</a:t>
            </a:r>
            <a:endParaRPr lang="zh-CN" altLang="en-US" sz="4000">
              <a:ea typeface="幼圆" panose="02010509060101010101" pitchFamily="49" charset="-122"/>
              <a:cs typeface="宋体" panose="02010600030101010101" pitchFamily="2" charset="-122"/>
            </a:endParaRPr>
          </a:p>
        </p:txBody>
      </p:sp>
      <p:sp>
        <p:nvSpPr>
          <p:cNvPr id="8195" name="Rectangle 10">
            <a:extLst>
              <a:ext uri="{FF2B5EF4-FFF2-40B4-BE49-F238E27FC236}">
                <a16:creationId xmlns:a16="http://schemas.microsoft.com/office/drawing/2014/main" id="{60BDD2EF-56F4-9A53-1E1B-2C603F1BB45A}"/>
              </a:ext>
            </a:extLst>
          </p:cNvPr>
          <p:cNvSpPr>
            <a:spLocks noGrp="1" noChangeArrowheads="1"/>
          </p:cNvSpPr>
          <p:nvPr>
            <p:ph type="body" idx="1"/>
          </p:nvPr>
        </p:nvSpPr>
        <p:spPr>
          <a:xfrm>
            <a:off x="309563" y="836613"/>
            <a:ext cx="8726487" cy="5256212"/>
          </a:xfrm>
        </p:spPr>
        <p:txBody>
          <a:bodyPr/>
          <a:lstStyle/>
          <a:p>
            <a:pPr marL="0" indent="0" eaLnBrk="1" hangingPunct="1">
              <a:buFont typeface="Arial" panose="020B0604020202020204" pitchFamily="34" charset="0"/>
              <a:buNone/>
            </a:pPr>
            <a:r>
              <a:rPr lang="en-US" altLang="zh-CN" sz="4000"/>
              <a:t>16.1  DHCP</a:t>
            </a:r>
            <a:r>
              <a:rPr lang="zh-CN" altLang="en-US" sz="4000"/>
              <a:t>介绍</a:t>
            </a:r>
            <a:endParaRPr lang="en-US" altLang="zh-CN" sz="4000"/>
          </a:p>
          <a:p>
            <a:pPr marL="0" indent="0" eaLnBrk="1" hangingPunct="1">
              <a:buFont typeface="Arial" panose="020B0604020202020204" pitchFamily="34" charset="0"/>
              <a:buNone/>
            </a:pPr>
            <a:r>
              <a:rPr lang="en-US" altLang="zh-CN" sz="4000"/>
              <a:t>16.2  DHCP</a:t>
            </a:r>
            <a:r>
              <a:rPr lang="zh-CN" altLang="en-US" sz="4000"/>
              <a:t>服务器的安装与启动管理</a:t>
            </a:r>
            <a:endParaRPr lang="en-US" altLang="zh-CN" sz="4000"/>
          </a:p>
          <a:p>
            <a:pPr marL="0" indent="0" eaLnBrk="1" hangingPunct="1">
              <a:buFont typeface="Arial" panose="020B0604020202020204" pitchFamily="34" charset="0"/>
              <a:buNone/>
            </a:pPr>
            <a:r>
              <a:rPr lang="en-US" altLang="zh-CN" sz="4000"/>
              <a:t>16.3  DHCP</a:t>
            </a:r>
            <a:r>
              <a:rPr lang="zh-CN" altLang="zh-CN" sz="4000"/>
              <a:t>的配置</a:t>
            </a:r>
          </a:p>
          <a:p>
            <a:pPr marL="0" indent="0" eaLnBrk="1" hangingPunct="1">
              <a:buFont typeface="Arial" panose="020B0604020202020204" pitchFamily="34" charset="0"/>
              <a:buNone/>
            </a:pPr>
            <a:r>
              <a:rPr lang="en-US" altLang="zh-CN" sz="4000"/>
              <a:t>16.4  DHCP</a:t>
            </a:r>
            <a:r>
              <a:rPr lang="zh-CN" altLang="zh-CN" sz="4000"/>
              <a:t>规划</a:t>
            </a:r>
          </a:p>
          <a:p>
            <a:pPr marL="0" indent="0" eaLnBrk="1" hangingPunct="1">
              <a:buFont typeface="Arial" panose="020B0604020202020204" pitchFamily="34" charset="0"/>
              <a:buNone/>
            </a:pPr>
            <a:r>
              <a:rPr lang="en-US" altLang="zh-CN" sz="4000"/>
              <a:t>16.5  DHCP</a:t>
            </a:r>
            <a:r>
              <a:rPr lang="zh-CN" altLang="en-US" sz="4000"/>
              <a:t>客户端设置</a:t>
            </a:r>
            <a:endParaRPr lang="en-US" altLang="zh-CN" sz="40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标题 1">
            <a:extLst>
              <a:ext uri="{FF2B5EF4-FFF2-40B4-BE49-F238E27FC236}">
                <a16:creationId xmlns:a16="http://schemas.microsoft.com/office/drawing/2014/main" id="{CF050A62-074D-0413-ED30-926A21F5CAE1}"/>
              </a:ext>
            </a:extLst>
          </p:cNvPr>
          <p:cNvSpPr>
            <a:spLocks noGrp="1" noChangeArrowheads="1"/>
          </p:cNvSpPr>
          <p:nvPr>
            <p:ph type="title"/>
          </p:nvPr>
        </p:nvSpPr>
        <p:spPr>
          <a:xfrm>
            <a:off x="0" y="-171450"/>
            <a:ext cx="7793038" cy="901700"/>
          </a:xfrm>
        </p:spPr>
        <p:txBody>
          <a:bodyPr/>
          <a:lstStyle/>
          <a:p>
            <a:r>
              <a:rPr lang="en-US" altLang="zh-CN"/>
              <a:t>16.1  DHCP</a:t>
            </a:r>
            <a:r>
              <a:rPr lang="zh-CN" altLang="en-US"/>
              <a:t>介绍</a:t>
            </a:r>
          </a:p>
        </p:txBody>
      </p:sp>
      <p:sp>
        <p:nvSpPr>
          <p:cNvPr id="9219" name="内容占位符 2">
            <a:extLst>
              <a:ext uri="{FF2B5EF4-FFF2-40B4-BE49-F238E27FC236}">
                <a16:creationId xmlns:a16="http://schemas.microsoft.com/office/drawing/2014/main" id="{485EFA2F-A43B-174C-2BBC-C67B5C697F01}"/>
              </a:ext>
            </a:extLst>
          </p:cNvPr>
          <p:cNvSpPr>
            <a:spLocks noGrp="1" noChangeArrowheads="1"/>
          </p:cNvSpPr>
          <p:nvPr>
            <p:ph idx="1"/>
          </p:nvPr>
        </p:nvSpPr>
        <p:spPr>
          <a:xfrm>
            <a:off x="0" y="549275"/>
            <a:ext cx="9137650" cy="6237288"/>
          </a:xfrm>
        </p:spPr>
        <p:txBody>
          <a:bodyPr/>
          <a:lstStyle/>
          <a:p>
            <a:r>
              <a:rPr lang="en-US" altLang="zh-CN"/>
              <a:t>16.1.1  DHCP</a:t>
            </a:r>
            <a:r>
              <a:rPr lang="zh-CN" altLang="en-US"/>
              <a:t>协议</a:t>
            </a:r>
          </a:p>
          <a:p>
            <a:r>
              <a:rPr lang="en-US" altLang="zh-CN"/>
              <a:t>DHCP</a:t>
            </a:r>
            <a:r>
              <a:rPr lang="zh-CN" altLang="en-US"/>
              <a:t>是</a:t>
            </a:r>
            <a:r>
              <a:rPr lang="en-US" altLang="zh-CN"/>
              <a:t>Dynamic Host Configuration Protocol</a:t>
            </a:r>
            <a:r>
              <a:rPr lang="zh-CN" altLang="en-US"/>
              <a:t>（动态主机分配协议）的缩写</a:t>
            </a:r>
          </a:p>
          <a:p>
            <a:r>
              <a:rPr lang="en-US" altLang="zh-CN"/>
              <a:t>DHCP</a:t>
            </a:r>
            <a:r>
              <a:rPr lang="zh-CN" altLang="en-US"/>
              <a:t>它分为</a:t>
            </a:r>
            <a:r>
              <a:rPr lang="zh-CN" altLang="en-US">
                <a:solidFill>
                  <a:srgbClr val="FF0000"/>
                </a:solidFill>
              </a:rPr>
              <a:t>两部分</a:t>
            </a:r>
            <a:r>
              <a:rPr lang="zh-CN" altLang="en-US"/>
              <a:t>：一个是</a:t>
            </a:r>
            <a:r>
              <a:rPr lang="zh-CN" altLang="en-US">
                <a:solidFill>
                  <a:srgbClr val="FF0000"/>
                </a:solidFill>
              </a:rPr>
              <a:t>服务器端</a:t>
            </a:r>
            <a:r>
              <a:rPr lang="en-US" altLang="zh-CN"/>
              <a:t>﹐</a:t>
            </a:r>
            <a:r>
              <a:rPr lang="zh-CN" altLang="en-US"/>
              <a:t>而另一个是</a:t>
            </a:r>
            <a:r>
              <a:rPr lang="zh-CN" altLang="en-US">
                <a:solidFill>
                  <a:srgbClr val="FF0000"/>
                </a:solidFill>
              </a:rPr>
              <a:t>客户端</a:t>
            </a:r>
            <a:r>
              <a:rPr lang="zh-CN" altLang="en-US"/>
              <a:t>。</a:t>
            </a:r>
            <a:r>
              <a:rPr lang="en-US" altLang="zh-CN"/>
              <a:t>DHCP</a:t>
            </a:r>
            <a:r>
              <a:rPr lang="zh-CN" altLang="en-US">
                <a:solidFill>
                  <a:srgbClr val="FF0000"/>
                </a:solidFill>
              </a:rPr>
              <a:t>服务器集中管理所有</a:t>
            </a:r>
            <a:r>
              <a:rPr lang="zh-CN" altLang="en-US"/>
              <a:t>的</a:t>
            </a:r>
            <a:r>
              <a:rPr lang="en-US" altLang="zh-CN"/>
              <a:t>IP</a:t>
            </a:r>
            <a:r>
              <a:rPr lang="zh-CN" altLang="en-US"/>
              <a:t>网络设定数据，并负责处理客户端的</a:t>
            </a:r>
            <a:r>
              <a:rPr lang="en-US" altLang="zh-CN"/>
              <a:t>DHCP</a:t>
            </a:r>
            <a:r>
              <a:rPr lang="zh-CN" altLang="en-US"/>
              <a:t>要求；而</a:t>
            </a:r>
            <a:r>
              <a:rPr lang="zh-CN" altLang="en-US">
                <a:solidFill>
                  <a:srgbClr val="FF0000"/>
                </a:solidFill>
              </a:rPr>
              <a:t>客户端</a:t>
            </a:r>
            <a:r>
              <a:rPr lang="zh-CN" altLang="en-US"/>
              <a:t>则会使用从服务器分配下来的</a:t>
            </a:r>
            <a:r>
              <a:rPr lang="en-US" altLang="zh-CN"/>
              <a:t>IP</a:t>
            </a:r>
            <a:r>
              <a:rPr lang="zh-CN" altLang="en-US"/>
              <a:t>环境数据，配置自己的网络参数。</a:t>
            </a:r>
            <a:r>
              <a:rPr lang="zh-CN" altLang="en-US">
                <a:solidFill>
                  <a:srgbClr val="FF0000"/>
                </a:solidFill>
              </a:rPr>
              <a:t>每个</a:t>
            </a:r>
            <a:r>
              <a:rPr lang="en-US" altLang="zh-CN">
                <a:solidFill>
                  <a:srgbClr val="FF0000"/>
                </a:solidFill>
              </a:rPr>
              <a:t>DHCP</a:t>
            </a:r>
            <a:r>
              <a:rPr lang="zh-CN" altLang="en-US">
                <a:solidFill>
                  <a:srgbClr val="FF0000"/>
                </a:solidFill>
              </a:rPr>
              <a:t>客户连接到</a:t>
            </a:r>
            <a:r>
              <a:rPr lang="en-US" altLang="zh-CN">
                <a:solidFill>
                  <a:srgbClr val="FF0000"/>
                </a:solidFill>
              </a:rPr>
              <a:t>DHCP</a:t>
            </a:r>
            <a:r>
              <a:rPr lang="zh-CN" altLang="en-US">
                <a:solidFill>
                  <a:srgbClr val="FF0000"/>
                </a:solidFill>
              </a:rPr>
              <a:t>服务器</a:t>
            </a:r>
            <a:r>
              <a:rPr lang="zh-CN" altLang="en-US"/>
              <a:t>上时，服务器就会</a:t>
            </a:r>
            <a:r>
              <a:rPr lang="zh-CN" altLang="en-US">
                <a:solidFill>
                  <a:srgbClr val="FF0000"/>
                </a:solidFill>
              </a:rPr>
              <a:t>返回</a:t>
            </a:r>
            <a:r>
              <a:rPr lang="en-US" altLang="zh-CN">
                <a:solidFill>
                  <a:srgbClr val="FF0000"/>
                </a:solidFill>
              </a:rPr>
              <a:t>IP</a:t>
            </a:r>
            <a:r>
              <a:rPr lang="zh-CN" altLang="en-US">
                <a:solidFill>
                  <a:srgbClr val="FF0000"/>
                </a:solidFill>
              </a:rPr>
              <a:t>地址、网关和</a:t>
            </a:r>
            <a:r>
              <a:rPr lang="en-US" altLang="zh-CN">
                <a:solidFill>
                  <a:srgbClr val="FF0000"/>
                </a:solidFill>
              </a:rPr>
              <a:t>DNS</a:t>
            </a:r>
            <a:r>
              <a:rPr lang="zh-CN" altLang="en-US">
                <a:solidFill>
                  <a:srgbClr val="FF0000"/>
                </a:solidFill>
              </a:rPr>
              <a:t>服务器等信息给客户端 </a:t>
            </a:r>
            <a:r>
              <a:rPr lang="zh-CN" altLang="en-US"/>
              <a:t>。让其以此配置自己的网络参数。</a:t>
            </a:r>
            <a:r>
              <a:rPr lang="en-US" altLang="zh-CN"/>
              <a:t>DHCP</a:t>
            </a:r>
            <a:r>
              <a:rPr lang="zh-CN" altLang="en-US"/>
              <a:t>通过“</a:t>
            </a:r>
            <a:r>
              <a:rPr lang="zh-CN" altLang="en-US">
                <a:solidFill>
                  <a:srgbClr val="FF0000"/>
                </a:solidFill>
              </a:rPr>
              <a:t>租约</a:t>
            </a:r>
            <a:r>
              <a:rPr lang="zh-CN" altLang="en-US"/>
              <a:t>”的概念，有效且动态地分配客户端</a:t>
            </a:r>
            <a:r>
              <a:rPr lang="en-US" altLang="zh-CN"/>
              <a:t>TCP/IP</a:t>
            </a:r>
            <a:r>
              <a:rPr lang="zh-CN" altLang="en-US"/>
              <a:t>相关属性的设定</a:t>
            </a:r>
          </a:p>
          <a:p>
            <a:r>
              <a:rPr lang="en-US" altLang="zh-CN"/>
              <a:t>DHCP</a:t>
            </a:r>
            <a:r>
              <a:rPr lang="zh-CN" altLang="en-US"/>
              <a:t>详尽的协议内容在</a:t>
            </a:r>
            <a:r>
              <a:rPr lang="en-US" altLang="zh-CN"/>
              <a:t>RFC</a:t>
            </a:r>
            <a:r>
              <a:rPr lang="zh-CN" altLang="en-US"/>
              <a:t>文档的</a:t>
            </a:r>
            <a:r>
              <a:rPr lang="en-US" altLang="zh-CN"/>
              <a:t>RFC2131</a:t>
            </a:r>
            <a:r>
              <a:rPr lang="zh-CN" altLang="en-US"/>
              <a:t>和</a:t>
            </a:r>
            <a:r>
              <a:rPr lang="en-US" altLang="zh-CN"/>
              <a:t>RFC1541</a:t>
            </a:r>
            <a:r>
              <a:rPr lang="zh-CN" altLang="en-US"/>
              <a:t>中有描述。</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标题 1">
            <a:extLst>
              <a:ext uri="{FF2B5EF4-FFF2-40B4-BE49-F238E27FC236}">
                <a16:creationId xmlns:a16="http://schemas.microsoft.com/office/drawing/2014/main" id="{F41D9E93-6303-F684-653D-86E47C246BF2}"/>
              </a:ext>
            </a:extLst>
          </p:cNvPr>
          <p:cNvSpPr>
            <a:spLocks noGrp="1" noChangeArrowheads="1"/>
          </p:cNvSpPr>
          <p:nvPr>
            <p:ph type="title"/>
          </p:nvPr>
        </p:nvSpPr>
        <p:spPr>
          <a:xfrm>
            <a:off x="250825" y="44450"/>
            <a:ext cx="7793038" cy="360363"/>
          </a:xfrm>
        </p:spPr>
        <p:txBody>
          <a:bodyPr/>
          <a:lstStyle/>
          <a:p>
            <a:r>
              <a:rPr lang="en-US" altLang="zh-CN"/>
              <a:t>16.1  DHCP</a:t>
            </a:r>
            <a:r>
              <a:rPr lang="zh-CN" altLang="en-US"/>
              <a:t>介绍</a:t>
            </a:r>
          </a:p>
        </p:txBody>
      </p:sp>
      <p:sp>
        <p:nvSpPr>
          <p:cNvPr id="10243" name="内容占位符 2">
            <a:extLst>
              <a:ext uri="{FF2B5EF4-FFF2-40B4-BE49-F238E27FC236}">
                <a16:creationId xmlns:a16="http://schemas.microsoft.com/office/drawing/2014/main" id="{8634FEE6-C919-0C05-EC80-183C0278C310}"/>
              </a:ext>
            </a:extLst>
          </p:cNvPr>
          <p:cNvSpPr>
            <a:spLocks noGrp="1" noChangeArrowheads="1"/>
          </p:cNvSpPr>
          <p:nvPr>
            <p:ph idx="1"/>
          </p:nvPr>
        </p:nvSpPr>
        <p:spPr>
          <a:xfrm>
            <a:off x="34925" y="620713"/>
            <a:ext cx="9109075" cy="5761037"/>
          </a:xfrm>
        </p:spPr>
        <p:txBody>
          <a:bodyPr/>
          <a:lstStyle/>
          <a:p>
            <a:pPr marL="0" indent="0">
              <a:spcBef>
                <a:spcPct val="0"/>
              </a:spcBef>
              <a:spcAft>
                <a:spcPct val="0"/>
              </a:spcAft>
              <a:buFont typeface="Wingdings" panose="05000000000000000000" pitchFamily="2" charset="2"/>
              <a:buNone/>
            </a:pPr>
            <a:r>
              <a:rPr lang="en-US" altLang="zh-CN"/>
              <a:t>1</a:t>
            </a:r>
            <a:r>
              <a:rPr lang="zh-CN" altLang="en-US"/>
              <a:t>．</a:t>
            </a:r>
            <a:r>
              <a:rPr lang="en-US" altLang="zh-CN"/>
              <a:t>DHCP</a:t>
            </a:r>
            <a:r>
              <a:rPr lang="zh-CN" altLang="en-US"/>
              <a:t>管理的</a:t>
            </a:r>
            <a:r>
              <a:rPr lang="zh-CN" altLang="en-US">
                <a:solidFill>
                  <a:srgbClr val="FF0000"/>
                </a:solidFill>
              </a:rPr>
              <a:t>两种基本数据</a:t>
            </a:r>
          </a:p>
          <a:p>
            <a:pPr marL="0" indent="0">
              <a:spcBef>
                <a:spcPct val="0"/>
              </a:spcBef>
              <a:spcAft>
                <a:spcPct val="0"/>
              </a:spcAft>
              <a:buFont typeface="Wingdings" panose="05000000000000000000" pitchFamily="2" charset="2"/>
              <a:buNone/>
            </a:pPr>
            <a:r>
              <a:rPr lang="zh-CN" altLang="en-US"/>
              <a:t>（</a:t>
            </a:r>
            <a:r>
              <a:rPr lang="en-US" altLang="zh-CN"/>
              <a:t>1</a:t>
            </a:r>
            <a:r>
              <a:rPr lang="zh-CN" altLang="en-US"/>
              <a:t>）</a:t>
            </a:r>
            <a:r>
              <a:rPr lang="zh-CN" altLang="en-US">
                <a:solidFill>
                  <a:srgbClr val="FF0000"/>
                </a:solidFill>
              </a:rPr>
              <a:t>地址池中的地址</a:t>
            </a:r>
            <a:r>
              <a:rPr lang="zh-CN" altLang="en-US"/>
              <a:t>：是可以由</a:t>
            </a:r>
            <a:r>
              <a:rPr lang="en-US" altLang="zh-CN"/>
              <a:t>DHCP</a:t>
            </a:r>
            <a:r>
              <a:rPr lang="zh-CN" altLang="en-US"/>
              <a:t>动态分配的可用</a:t>
            </a:r>
            <a:r>
              <a:rPr lang="en-US" altLang="zh-CN"/>
              <a:t>IP</a:t>
            </a:r>
            <a:r>
              <a:rPr lang="zh-CN" altLang="en-US"/>
              <a:t>地址。</a:t>
            </a:r>
          </a:p>
          <a:p>
            <a:pPr marL="0" indent="0">
              <a:spcBef>
                <a:spcPct val="0"/>
              </a:spcBef>
              <a:spcAft>
                <a:spcPct val="0"/>
              </a:spcAft>
              <a:buFont typeface="Wingdings" panose="05000000000000000000" pitchFamily="2" charset="2"/>
              <a:buNone/>
            </a:pPr>
            <a:r>
              <a:rPr lang="zh-CN" altLang="en-US"/>
              <a:t>（</a:t>
            </a:r>
            <a:r>
              <a:rPr lang="en-US" altLang="zh-CN"/>
              <a:t>2</a:t>
            </a:r>
            <a:r>
              <a:rPr lang="zh-CN" altLang="en-US"/>
              <a:t>）</a:t>
            </a:r>
            <a:r>
              <a:rPr lang="zh-CN" altLang="en-US">
                <a:solidFill>
                  <a:srgbClr val="FF0000"/>
                </a:solidFill>
              </a:rPr>
              <a:t>租用地址</a:t>
            </a:r>
            <a:r>
              <a:rPr lang="zh-CN" altLang="en-US"/>
              <a:t>：是</a:t>
            </a:r>
            <a:r>
              <a:rPr lang="en-US" altLang="zh-CN"/>
              <a:t>DHCP</a:t>
            </a:r>
            <a:r>
              <a:rPr lang="zh-CN" altLang="en-US"/>
              <a:t>已经从地址中分配出的地址。</a:t>
            </a:r>
          </a:p>
          <a:p>
            <a:pPr marL="0" indent="0">
              <a:spcBef>
                <a:spcPct val="0"/>
              </a:spcBef>
              <a:spcAft>
                <a:spcPct val="0"/>
              </a:spcAft>
              <a:buFont typeface="Wingdings" panose="05000000000000000000" pitchFamily="2" charset="2"/>
              <a:buNone/>
            </a:pPr>
            <a:r>
              <a:rPr lang="zh-CN" altLang="en-US"/>
              <a:t>下面是几个与此相关的</a:t>
            </a:r>
            <a:r>
              <a:rPr lang="zh-CN" altLang="en-US">
                <a:solidFill>
                  <a:srgbClr val="FF0000"/>
                </a:solidFill>
              </a:rPr>
              <a:t>基本概念</a:t>
            </a:r>
            <a:r>
              <a:rPr lang="zh-CN" altLang="en-US"/>
              <a:t>。</a:t>
            </a:r>
          </a:p>
          <a:p>
            <a:pPr marL="0" indent="0">
              <a:spcBef>
                <a:spcPct val="0"/>
              </a:spcBef>
              <a:spcAft>
                <a:spcPct val="0"/>
              </a:spcAft>
              <a:buFont typeface="Wingdings" panose="05000000000000000000" pitchFamily="2" charset="2"/>
              <a:buNone/>
            </a:pPr>
            <a:r>
              <a:rPr lang="zh-CN" altLang="en-US"/>
              <a:t>①</a:t>
            </a:r>
            <a:r>
              <a:rPr lang="en-US" altLang="zh-CN"/>
              <a:t>DHCP</a:t>
            </a:r>
            <a:r>
              <a:rPr lang="zh-CN" altLang="en-US"/>
              <a:t>客户：是指通过</a:t>
            </a:r>
            <a:r>
              <a:rPr lang="en-US" altLang="zh-CN"/>
              <a:t>DHCP</a:t>
            </a:r>
            <a:r>
              <a:rPr lang="zh-CN" altLang="en-US"/>
              <a:t>服务器来获得网络配置参数的主机。</a:t>
            </a:r>
          </a:p>
          <a:p>
            <a:pPr marL="0" indent="0">
              <a:spcBef>
                <a:spcPct val="0"/>
              </a:spcBef>
              <a:spcAft>
                <a:spcPct val="0"/>
              </a:spcAft>
              <a:buFont typeface="Wingdings" panose="05000000000000000000" pitchFamily="2" charset="2"/>
              <a:buNone/>
            </a:pPr>
            <a:r>
              <a:rPr lang="zh-CN" altLang="en-US"/>
              <a:t>②</a:t>
            </a:r>
            <a:r>
              <a:rPr lang="en-US" altLang="zh-CN"/>
              <a:t>DHCP</a:t>
            </a:r>
            <a:r>
              <a:rPr lang="zh-CN" altLang="en-US"/>
              <a:t>服务器：是指提供网络配置参数给</a:t>
            </a:r>
            <a:r>
              <a:rPr lang="en-US" altLang="zh-CN"/>
              <a:t>DHCP</a:t>
            </a:r>
            <a:r>
              <a:rPr lang="zh-CN" altLang="en-US"/>
              <a:t>客户机的主机。</a:t>
            </a:r>
          </a:p>
          <a:p>
            <a:pPr marL="0" indent="0">
              <a:spcBef>
                <a:spcPct val="0"/>
              </a:spcBef>
              <a:spcAft>
                <a:spcPct val="0"/>
              </a:spcAft>
              <a:buFont typeface="Wingdings" panose="05000000000000000000" pitchFamily="2" charset="2"/>
              <a:buNone/>
            </a:pPr>
            <a:r>
              <a:rPr lang="zh-CN" altLang="en-US"/>
              <a:t>③</a:t>
            </a:r>
            <a:r>
              <a:rPr lang="en-US" altLang="zh-CN"/>
              <a:t>DHCP</a:t>
            </a:r>
            <a:r>
              <a:rPr lang="zh-CN" altLang="en-US"/>
              <a:t>中继代理：是指</a:t>
            </a:r>
            <a:r>
              <a:rPr lang="en-US" altLang="zh-CN"/>
              <a:t>DHCP</a:t>
            </a:r>
            <a:r>
              <a:rPr lang="zh-CN" altLang="en-US"/>
              <a:t>服务器和</a:t>
            </a:r>
            <a:r>
              <a:rPr lang="en-US" altLang="zh-CN"/>
              <a:t>DHCP</a:t>
            </a:r>
            <a:r>
              <a:rPr lang="zh-CN" altLang="en-US"/>
              <a:t>客户之间转发</a:t>
            </a:r>
            <a:r>
              <a:rPr lang="en-US" altLang="zh-CN"/>
              <a:t>DHCP</a:t>
            </a:r>
            <a:r>
              <a:rPr lang="zh-CN" altLang="en-US"/>
              <a:t>消息的主机或路由器。</a:t>
            </a:r>
          </a:p>
          <a:p>
            <a:pPr marL="0" indent="0">
              <a:spcBef>
                <a:spcPct val="0"/>
              </a:spcBef>
              <a:spcAft>
                <a:spcPct val="0"/>
              </a:spcAft>
              <a:buFont typeface="Wingdings" panose="05000000000000000000" pitchFamily="2" charset="2"/>
              <a:buNone/>
            </a:pPr>
            <a:r>
              <a:rPr lang="zh-CN" altLang="en-US"/>
              <a:t>④租用：是指</a:t>
            </a:r>
            <a:r>
              <a:rPr lang="en-US" altLang="zh-CN"/>
              <a:t>DHCP</a:t>
            </a:r>
            <a:r>
              <a:rPr lang="zh-CN" altLang="en-US"/>
              <a:t>客户从</a:t>
            </a:r>
            <a:r>
              <a:rPr lang="en-US" altLang="zh-CN"/>
              <a:t>DHCP</a:t>
            </a:r>
            <a:r>
              <a:rPr lang="zh-CN" altLang="en-US"/>
              <a:t>服务器上获得并临时占用该</a:t>
            </a:r>
            <a:r>
              <a:rPr lang="en-US" altLang="zh-CN"/>
              <a:t>IP</a:t>
            </a:r>
            <a:r>
              <a:rPr lang="zh-CN" altLang="en-US"/>
              <a:t>地址的过程。</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标题 1">
            <a:extLst>
              <a:ext uri="{FF2B5EF4-FFF2-40B4-BE49-F238E27FC236}">
                <a16:creationId xmlns:a16="http://schemas.microsoft.com/office/drawing/2014/main" id="{5AA7325F-176D-7A6B-FCF1-5CB4EC4C55ED}"/>
              </a:ext>
            </a:extLst>
          </p:cNvPr>
          <p:cNvSpPr>
            <a:spLocks noGrp="1" noChangeArrowheads="1"/>
          </p:cNvSpPr>
          <p:nvPr>
            <p:ph type="title"/>
          </p:nvPr>
        </p:nvSpPr>
        <p:spPr>
          <a:xfrm>
            <a:off x="539750" y="14288"/>
            <a:ext cx="7793038" cy="622300"/>
          </a:xfrm>
        </p:spPr>
        <p:txBody>
          <a:bodyPr/>
          <a:lstStyle/>
          <a:p>
            <a:r>
              <a:rPr lang="en-US" altLang="zh-CN"/>
              <a:t>16.1  DHCP</a:t>
            </a:r>
            <a:r>
              <a:rPr lang="zh-CN" altLang="en-US"/>
              <a:t>介绍</a:t>
            </a:r>
          </a:p>
        </p:txBody>
      </p:sp>
      <p:sp>
        <p:nvSpPr>
          <p:cNvPr id="11267" name="内容占位符 2">
            <a:extLst>
              <a:ext uri="{FF2B5EF4-FFF2-40B4-BE49-F238E27FC236}">
                <a16:creationId xmlns:a16="http://schemas.microsoft.com/office/drawing/2014/main" id="{9D43D07F-B637-9E46-6B95-069A224D35A6}"/>
              </a:ext>
            </a:extLst>
          </p:cNvPr>
          <p:cNvSpPr>
            <a:spLocks noGrp="1" noChangeArrowheads="1"/>
          </p:cNvSpPr>
          <p:nvPr>
            <p:ph idx="1"/>
          </p:nvPr>
        </p:nvSpPr>
        <p:spPr>
          <a:xfrm>
            <a:off x="179388" y="636588"/>
            <a:ext cx="8775700" cy="5961062"/>
          </a:xfrm>
        </p:spPr>
        <p:txBody>
          <a:bodyPr/>
          <a:lstStyle/>
          <a:p>
            <a:pPr marL="0" indent="0">
              <a:buFont typeface="Wingdings" panose="05000000000000000000" pitchFamily="2" charset="2"/>
              <a:buNone/>
            </a:pPr>
            <a:r>
              <a:rPr lang="en-US" altLang="zh-CN"/>
              <a:t>2</a:t>
            </a:r>
            <a:r>
              <a:rPr lang="zh-CN" altLang="en-US"/>
              <a:t>．</a:t>
            </a:r>
            <a:r>
              <a:rPr lang="en-US" altLang="zh-CN"/>
              <a:t>DHCP</a:t>
            </a:r>
            <a:r>
              <a:rPr lang="zh-CN" altLang="en-US"/>
              <a:t>提供两种</a:t>
            </a:r>
            <a:r>
              <a:rPr lang="en-US" altLang="zh-CN"/>
              <a:t>IP</a:t>
            </a:r>
            <a:r>
              <a:rPr lang="zh-CN" altLang="en-US"/>
              <a:t>分配方式</a:t>
            </a:r>
          </a:p>
          <a:p>
            <a:pPr marL="0" indent="0">
              <a:buFont typeface="Wingdings" panose="05000000000000000000" pitchFamily="2" charset="2"/>
              <a:buNone/>
            </a:pPr>
            <a:r>
              <a:rPr lang="zh-CN" altLang="en-US"/>
              <a:t>（</a:t>
            </a:r>
            <a:r>
              <a:rPr lang="en-US" altLang="zh-CN"/>
              <a:t>1</a:t>
            </a:r>
            <a:r>
              <a:rPr lang="zh-CN" altLang="en-US"/>
              <a:t>）</a:t>
            </a:r>
            <a:r>
              <a:rPr lang="zh-CN" altLang="en-US">
                <a:solidFill>
                  <a:srgbClr val="FF0000"/>
                </a:solidFill>
              </a:rPr>
              <a:t>自动分配</a:t>
            </a:r>
            <a:r>
              <a:rPr lang="zh-CN" altLang="en-US"/>
              <a:t>（</a:t>
            </a:r>
            <a:r>
              <a:rPr lang="en-US" altLang="zh-CN"/>
              <a:t>Automatic Allocation</a:t>
            </a:r>
            <a:r>
              <a:rPr lang="zh-CN" altLang="en-US"/>
              <a:t>）：</a:t>
            </a:r>
            <a:r>
              <a:rPr lang="en-US" altLang="zh-CN"/>
              <a:t>DHCP</a:t>
            </a:r>
            <a:r>
              <a:rPr lang="zh-CN" altLang="en-US"/>
              <a:t>客户端</a:t>
            </a:r>
            <a:r>
              <a:rPr lang="zh-CN" altLang="en-US">
                <a:solidFill>
                  <a:srgbClr val="FF0000"/>
                </a:solidFill>
              </a:rPr>
              <a:t>第一次成功</a:t>
            </a:r>
            <a:r>
              <a:rPr lang="zh-CN" altLang="en-US"/>
              <a:t>地从</a:t>
            </a:r>
            <a:r>
              <a:rPr lang="en-US" altLang="zh-CN"/>
              <a:t>DHCP</a:t>
            </a:r>
            <a:r>
              <a:rPr lang="zh-CN" altLang="en-US"/>
              <a:t>服务器端租用到</a:t>
            </a:r>
            <a:r>
              <a:rPr lang="en-US" altLang="zh-CN"/>
              <a:t>IP</a:t>
            </a:r>
            <a:r>
              <a:rPr lang="zh-CN" altLang="en-US"/>
              <a:t>地址之后就</a:t>
            </a:r>
            <a:r>
              <a:rPr lang="zh-CN" altLang="en-US">
                <a:solidFill>
                  <a:srgbClr val="FF0000"/>
                </a:solidFill>
              </a:rPr>
              <a:t>永远</a:t>
            </a:r>
            <a:r>
              <a:rPr lang="zh-CN" altLang="en-US"/>
              <a:t>使用这个地址。</a:t>
            </a:r>
          </a:p>
          <a:p>
            <a:pPr marL="0" indent="0">
              <a:buFont typeface="Wingdings" panose="05000000000000000000" pitchFamily="2" charset="2"/>
              <a:buNone/>
            </a:pPr>
            <a:r>
              <a:rPr lang="zh-CN" altLang="en-US"/>
              <a:t>（</a:t>
            </a:r>
            <a:r>
              <a:rPr lang="en-US" altLang="zh-CN"/>
              <a:t>2</a:t>
            </a:r>
            <a:r>
              <a:rPr lang="zh-CN" altLang="en-US"/>
              <a:t>）</a:t>
            </a:r>
            <a:r>
              <a:rPr lang="zh-CN" altLang="en-US">
                <a:solidFill>
                  <a:srgbClr val="FF0000"/>
                </a:solidFill>
              </a:rPr>
              <a:t>动态分配</a:t>
            </a:r>
            <a:r>
              <a:rPr lang="zh-CN" altLang="en-US"/>
              <a:t>（</a:t>
            </a:r>
            <a:r>
              <a:rPr lang="en-US" altLang="zh-CN"/>
              <a:t>Dynamic Allocation</a:t>
            </a:r>
            <a:r>
              <a:rPr lang="zh-CN" altLang="en-US"/>
              <a:t>）：当</a:t>
            </a:r>
            <a:r>
              <a:rPr lang="en-US" altLang="zh-CN"/>
              <a:t>DHCP</a:t>
            </a:r>
            <a:r>
              <a:rPr lang="zh-CN" altLang="en-US"/>
              <a:t>客户第一次从</a:t>
            </a:r>
            <a:r>
              <a:rPr lang="en-US" altLang="zh-CN"/>
              <a:t>HDCP</a:t>
            </a:r>
            <a:r>
              <a:rPr lang="zh-CN" altLang="en-US"/>
              <a:t>服务器端租用到</a:t>
            </a:r>
            <a:r>
              <a:rPr lang="en-US" altLang="zh-CN"/>
              <a:t>IP</a:t>
            </a:r>
            <a:r>
              <a:rPr lang="zh-CN" altLang="en-US"/>
              <a:t>地址之后</a:t>
            </a:r>
            <a:r>
              <a:rPr lang="zh-CN" altLang="en-US">
                <a:solidFill>
                  <a:srgbClr val="FF0000"/>
                </a:solidFill>
              </a:rPr>
              <a:t>并非永久</a:t>
            </a:r>
            <a:r>
              <a:rPr lang="zh-CN" altLang="en-US"/>
              <a:t>使用该地址，只要租约到期客户端就得释放这个</a:t>
            </a:r>
            <a:r>
              <a:rPr lang="en-US" altLang="zh-CN"/>
              <a:t>IP</a:t>
            </a:r>
            <a:r>
              <a:rPr lang="zh-CN" altLang="en-US"/>
              <a:t>地址，以便给其他工作站使用。当然，客户端也可以</a:t>
            </a:r>
            <a:r>
              <a:rPr lang="zh-CN" altLang="en-US">
                <a:solidFill>
                  <a:srgbClr val="FF0000"/>
                </a:solidFill>
              </a:rPr>
              <a:t>延续租约</a:t>
            </a:r>
            <a:r>
              <a:rPr lang="zh-CN" altLang="en-US"/>
              <a:t>或是</a:t>
            </a:r>
            <a:r>
              <a:rPr lang="zh-CN" altLang="en-US">
                <a:solidFill>
                  <a:srgbClr val="FF0000"/>
                </a:solidFill>
              </a:rPr>
              <a:t>租用其他</a:t>
            </a:r>
            <a:r>
              <a:rPr lang="zh-CN" altLang="en-US"/>
              <a:t>的</a:t>
            </a:r>
            <a:r>
              <a:rPr lang="en-US" altLang="zh-CN"/>
              <a:t>IP</a:t>
            </a:r>
            <a:r>
              <a:rPr lang="zh-CN" altLang="en-US"/>
              <a:t>地址。</a:t>
            </a:r>
          </a:p>
          <a:p>
            <a:pPr marL="0" indent="0">
              <a:buFont typeface="Wingdings" panose="05000000000000000000" pitchFamily="2" charset="2"/>
              <a:buNone/>
            </a:pPr>
            <a:r>
              <a:rPr lang="en-US" altLang="zh-CN"/>
              <a:t>DHCP</a:t>
            </a:r>
            <a:r>
              <a:rPr lang="zh-CN" altLang="en-US"/>
              <a:t>除了能动态地设定</a:t>
            </a:r>
            <a:r>
              <a:rPr lang="en-US" altLang="zh-CN"/>
              <a:t>IP</a:t>
            </a:r>
            <a:r>
              <a:rPr lang="zh-CN" altLang="en-US"/>
              <a:t>地址之外，还可以将一些</a:t>
            </a:r>
            <a:r>
              <a:rPr lang="en-US" altLang="zh-CN"/>
              <a:t>IP</a:t>
            </a:r>
            <a:r>
              <a:rPr lang="zh-CN" altLang="en-US">
                <a:solidFill>
                  <a:srgbClr val="FF0000"/>
                </a:solidFill>
              </a:rPr>
              <a:t>保留</a:t>
            </a:r>
            <a:r>
              <a:rPr lang="zh-CN" altLang="en-US"/>
              <a:t>下来给一些特殊用途的机器使用，也可以按照</a:t>
            </a:r>
            <a:r>
              <a:rPr lang="en-US" altLang="zh-CN"/>
              <a:t>MAC</a:t>
            </a:r>
            <a:r>
              <a:rPr lang="zh-CN" altLang="en-US"/>
              <a:t>地址来分配固定的</a:t>
            </a:r>
            <a:r>
              <a:rPr lang="en-US" altLang="zh-CN"/>
              <a:t>IP</a:t>
            </a:r>
            <a:r>
              <a:rPr lang="zh-CN" altLang="en-US"/>
              <a:t>地址，这样可以带来更大的设计空间。</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290" name="标题 1">
            <a:extLst>
              <a:ext uri="{FF2B5EF4-FFF2-40B4-BE49-F238E27FC236}">
                <a16:creationId xmlns:a16="http://schemas.microsoft.com/office/drawing/2014/main" id="{75CEFC78-035A-CC1F-E2A5-B3F985A3FD6A}"/>
              </a:ext>
            </a:extLst>
          </p:cNvPr>
          <p:cNvSpPr>
            <a:spLocks noGrp="1" noChangeArrowheads="1"/>
          </p:cNvSpPr>
          <p:nvPr>
            <p:ph type="title"/>
          </p:nvPr>
        </p:nvSpPr>
        <p:spPr>
          <a:xfrm>
            <a:off x="0" y="-26988"/>
            <a:ext cx="7793038" cy="576263"/>
          </a:xfrm>
        </p:spPr>
        <p:txBody>
          <a:bodyPr/>
          <a:lstStyle/>
          <a:p>
            <a:r>
              <a:rPr lang="en-US" altLang="zh-CN"/>
              <a:t>16.1  DHCP</a:t>
            </a:r>
            <a:r>
              <a:rPr lang="zh-CN" altLang="en-US"/>
              <a:t>介绍</a:t>
            </a:r>
          </a:p>
        </p:txBody>
      </p:sp>
      <p:sp>
        <p:nvSpPr>
          <p:cNvPr id="12291" name="内容占位符 2">
            <a:extLst>
              <a:ext uri="{FF2B5EF4-FFF2-40B4-BE49-F238E27FC236}">
                <a16:creationId xmlns:a16="http://schemas.microsoft.com/office/drawing/2014/main" id="{AFC52557-427D-E25B-930D-184280D636DF}"/>
              </a:ext>
            </a:extLst>
          </p:cNvPr>
          <p:cNvSpPr>
            <a:spLocks noGrp="1" noChangeArrowheads="1"/>
          </p:cNvSpPr>
          <p:nvPr>
            <p:ph idx="1"/>
          </p:nvPr>
        </p:nvSpPr>
        <p:spPr>
          <a:xfrm>
            <a:off x="19050" y="549275"/>
            <a:ext cx="8775700" cy="5257800"/>
          </a:xfrm>
        </p:spPr>
        <p:txBody>
          <a:bodyPr/>
          <a:lstStyle/>
          <a:p>
            <a:pPr marL="0" indent="0">
              <a:spcBef>
                <a:spcPts val="600"/>
              </a:spcBef>
              <a:spcAft>
                <a:spcPts val="600"/>
              </a:spcAft>
              <a:buFont typeface="Wingdings" panose="05000000000000000000" pitchFamily="2" charset="2"/>
              <a:buNone/>
            </a:pPr>
            <a:r>
              <a:rPr lang="en-US" altLang="zh-CN" sz="2400"/>
              <a:t>16.1.2  DHCP</a:t>
            </a:r>
            <a:r>
              <a:rPr lang="zh-CN" altLang="en-US" sz="2400"/>
              <a:t>的工作过程</a:t>
            </a:r>
          </a:p>
          <a:p>
            <a:pPr marL="0" indent="0">
              <a:spcBef>
                <a:spcPts val="600"/>
              </a:spcBef>
              <a:spcAft>
                <a:spcPts val="600"/>
              </a:spcAft>
              <a:buFont typeface="Wingdings" panose="05000000000000000000" pitchFamily="2" charset="2"/>
              <a:buNone/>
            </a:pPr>
            <a:r>
              <a:rPr lang="zh-CN" altLang="en-US" sz="2400">
                <a:solidFill>
                  <a:srgbClr val="FF0000"/>
                </a:solidFill>
              </a:rPr>
              <a:t>第一次登录时</a:t>
            </a:r>
            <a:r>
              <a:rPr lang="zh-CN" altLang="en-US" sz="2400"/>
              <a:t>：当</a:t>
            </a:r>
            <a:r>
              <a:rPr lang="en-US" altLang="zh-CN" sz="2400"/>
              <a:t>DHCP</a:t>
            </a:r>
            <a:r>
              <a:rPr lang="zh-CN" altLang="en-US" sz="2400"/>
              <a:t>客户端发现本机上没有任何</a:t>
            </a:r>
            <a:r>
              <a:rPr lang="en-US" altLang="zh-CN" sz="2400"/>
              <a:t>IP</a:t>
            </a:r>
            <a:r>
              <a:rPr lang="zh-CN" altLang="en-US" sz="2400"/>
              <a:t>数据设定，它会向网络发出一个</a:t>
            </a:r>
            <a:r>
              <a:rPr lang="en-US" altLang="zh-CN" sz="2400"/>
              <a:t>DHCPDISCOVER</a:t>
            </a:r>
            <a:r>
              <a:rPr lang="zh-CN" altLang="en-US" sz="2400"/>
              <a:t>数据包。因为客户端还不知道自己属于哪一个网络，所以数据包的源地址标记为</a:t>
            </a:r>
            <a:r>
              <a:rPr lang="en-US" altLang="zh-CN" sz="2400"/>
              <a:t>0.0.0.0</a:t>
            </a:r>
            <a:r>
              <a:rPr lang="zh-CN" altLang="en-US" sz="2400"/>
              <a:t>，而目的地址则为</a:t>
            </a:r>
            <a:r>
              <a:rPr lang="en-US" altLang="zh-CN" sz="2400"/>
              <a:t>255.255.255.255</a:t>
            </a:r>
            <a:r>
              <a:rPr lang="zh-CN" altLang="en-US" sz="2400"/>
              <a:t>，然后再附上</a:t>
            </a:r>
            <a:r>
              <a:rPr lang="en-US" altLang="zh-CN" sz="2400"/>
              <a:t>DHCPDISCOVER</a:t>
            </a:r>
            <a:r>
              <a:rPr lang="zh-CN" altLang="en-US" sz="2400"/>
              <a:t>的信息，</a:t>
            </a:r>
            <a:r>
              <a:rPr lang="zh-CN" altLang="en-US" sz="2400">
                <a:solidFill>
                  <a:srgbClr val="FF0000"/>
                </a:solidFill>
              </a:rPr>
              <a:t>向网络进行广播</a:t>
            </a:r>
            <a:r>
              <a:rPr lang="zh-CN" altLang="en-US" sz="2400"/>
              <a:t>。</a:t>
            </a:r>
          </a:p>
          <a:p>
            <a:pPr marL="0" indent="0">
              <a:spcBef>
                <a:spcPts val="600"/>
              </a:spcBef>
              <a:spcAft>
                <a:spcPts val="600"/>
              </a:spcAft>
              <a:buFont typeface="Wingdings" panose="05000000000000000000" pitchFamily="2" charset="2"/>
              <a:buNone/>
            </a:pPr>
            <a:r>
              <a:rPr lang="zh-CN" altLang="en-US" sz="2400"/>
              <a:t>预设的</a:t>
            </a:r>
            <a:r>
              <a:rPr lang="en-US" altLang="zh-CN" sz="2400"/>
              <a:t>DHCPDISCOVER</a:t>
            </a:r>
            <a:r>
              <a:rPr lang="zh-CN" altLang="en-US" sz="2400">
                <a:solidFill>
                  <a:srgbClr val="FF0000"/>
                </a:solidFill>
              </a:rPr>
              <a:t>等待时间为</a:t>
            </a:r>
            <a:r>
              <a:rPr lang="en-US" altLang="zh-CN" sz="2400">
                <a:solidFill>
                  <a:srgbClr val="FF0000"/>
                </a:solidFill>
              </a:rPr>
              <a:t>1s</a:t>
            </a:r>
            <a:r>
              <a:rPr lang="zh-CN" altLang="en-US" sz="2400"/>
              <a:t>，也就是当客户端将第一个</a:t>
            </a:r>
            <a:r>
              <a:rPr lang="en-US" altLang="zh-CN" sz="2400"/>
              <a:t>DHCPDISCOVER</a:t>
            </a:r>
            <a:r>
              <a:rPr lang="zh-CN" altLang="en-US" sz="2400"/>
              <a:t>数据包送出去之后，在</a:t>
            </a:r>
            <a:r>
              <a:rPr lang="en-US" altLang="zh-CN" sz="2400"/>
              <a:t>1s</a:t>
            </a:r>
            <a:r>
              <a:rPr lang="zh-CN" altLang="en-US" sz="2400"/>
              <a:t>之内没有得到响应的话，就会进行第二次</a:t>
            </a:r>
            <a:r>
              <a:rPr lang="en-US" altLang="zh-CN" sz="2400"/>
              <a:t>DHCPDISCOVER</a:t>
            </a:r>
            <a:r>
              <a:rPr lang="zh-CN" altLang="en-US" sz="2400"/>
              <a:t>广播。</a:t>
            </a:r>
            <a:r>
              <a:rPr lang="zh-CN" altLang="en-US" sz="2400">
                <a:solidFill>
                  <a:srgbClr val="FF0000"/>
                </a:solidFill>
              </a:rPr>
              <a:t>若一直得不到响应</a:t>
            </a:r>
            <a:r>
              <a:rPr lang="en-US" altLang="zh-CN" sz="2400"/>
              <a:t>﹐</a:t>
            </a:r>
            <a:r>
              <a:rPr lang="zh-CN" altLang="en-US" sz="2400"/>
              <a:t>客户端会有</a:t>
            </a:r>
            <a:r>
              <a:rPr lang="zh-CN" altLang="en-US" sz="2400">
                <a:solidFill>
                  <a:srgbClr val="FF0000"/>
                </a:solidFill>
              </a:rPr>
              <a:t>四次</a:t>
            </a:r>
            <a:r>
              <a:rPr lang="en-US" altLang="zh-CN" sz="2400">
                <a:solidFill>
                  <a:srgbClr val="FF0000"/>
                </a:solidFill>
              </a:rPr>
              <a:t>DHCPDISCOVER</a:t>
            </a:r>
            <a:r>
              <a:rPr lang="zh-CN" altLang="en-US" sz="2400">
                <a:solidFill>
                  <a:srgbClr val="FF0000"/>
                </a:solidFill>
              </a:rPr>
              <a:t>广播</a:t>
            </a:r>
            <a:r>
              <a:rPr lang="zh-CN" altLang="en-US" sz="2400"/>
              <a:t>，除了</a:t>
            </a:r>
            <a:r>
              <a:rPr lang="zh-CN" altLang="en-US" sz="2400">
                <a:solidFill>
                  <a:srgbClr val="FF0000"/>
                </a:solidFill>
              </a:rPr>
              <a:t>第一次会等待</a:t>
            </a:r>
            <a:r>
              <a:rPr lang="en-US" altLang="zh-CN" sz="2400">
                <a:solidFill>
                  <a:srgbClr val="FF0000"/>
                </a:solidFill>
              </a:rPr>
              <a:t>1s</a:t>
            </a:r>
            <a:r>
              <a:rPr lang="zh-CN" altLang="en-US" sz="2400"/>
              <a:t>之外，</a:t>
            </a:r>
            <a:r>
              <a:rPr lang="zh-CN" altLang="en-US" sz="2400">
                <a:solidFill>
                  <a:srgbClr val="FF0000"/>
                </a:solidFill>
              </a:rPr>
              <a:t>其余三次</a:t>
            </a:r>
            <a:r>
              <a:rPr lang="zh-CN" altLang="en-US" sz="2400"/>
              <a:t>的等待时间分别是</a:t>
            </a:r>
            <a:r>
              <a:rPr lang="en-US" altLang="zh-CN" sz="2400">
                <a:solidFill>
                  <a:srgbClr val="FF0000"/>
                </a:solidFill>
              </a:rPr>
              <a:t>9s﹑13s﹑16s</a:t>
            </a:r>
            <a:r>
              <a:rPr lang="zh-CN" altLang="en-US" sz="2400"/>
              <a:t>。如果都没有得到</a:t>
            </a:r>
            <a:r>
              <a:rPr lang="en-US" altLang="zh-CN" sz="2400"/>
              <a:t>DHCP</a:t>
            </a:r>
            <a:r>
              <a:rPr lang="zh-CN" altLang="en-US" sz="2400"/>
              <a:t>服务器的响应，客户端则会显示错误信息，宣告</a:t>
            </a:r>
            <a:r>
              <a:rPr lang="en-US" altLang="zh-CN" sz="2400"/>
              <a:t>DHCPDISCOVER</a:t>
            </a:r>
            <a:r>
              <a:rPr lang="zh-CN" altLang="en-US" sz="2400"/>
              <a:t>的失败</a:t>
            </a:r>
            <a:endParaRPr lang="en-US" altLang="zh-CN" sz="2400"/>
          </a:p>
          <a:p>
            <a:pPr marL="0" indent="0">
              <a:spcBef>
                <a:spcPts val="600"/>
              </a:spcBef>
              <a:spcAft>
                <a:spcPts val="600"/>
              </a:spcAft>
              <a:buFont typeface="Wingdings" panose="05000000000000000000" pitchFamily="2" charset="2"/>
              <a:buNone/>
            </a:pPr>
            <a:r>
              <a:rPr lang="zh-CN" altLang="en-US" sz="2400"/>
              <a:t>之后，基于使用者的选择，系统会继续</a:t>
            </a:r>
            <a:r>
              <a:rPr lang="zh-CN" altLang="en-US" sz="2400">
                <a:solidFill>
                  <a:srgbClr val="FF0000"/>
                </a:solidFill>
              </a:rPr>
              <a:t>在</a:t>
            </a:r>
            <a:r>
              <a:rPr lang="en-US" altLang="zh-CN" sz="2400">
                <a:solidFill>
                  <a:srgbClr val="FF0000"/>
                </a:solidFill>
              </a:rPr>
              <a:t>5min</a:t>
            </a:r>
            <a:r>
              <a:rPr lang="zh-CN" altLang="en-US" sz="2400">
                <a:solidFill>
                  <a:srgbClr val="FF0000"/>
                </a:solidFill>
              </a:rPr>
              <a:t>之后</a:t>
            </a:r>
            <a:r>
              <a:rPr lang="zh-CN" altLang="en-US" sz="2400"/>
              <a:t>再重复一次</a:t>
            </a:r>
            <a:r>
              <a:rPr lang="en-US" altLang="zh-CN" sz="2400"/>
              <a:t>DHCPDISCOVER</a:t>
            </a:r>
            <a:r>
              <a:rPr lang="zh-CN" altLang="en-US" sz="2400"/>
              <a:t>的过程。</a:t>
            </a:r>
          </a:p>
        </p:txBody>
      </p:sp>
      <p:pic>
        <p:nvPicPr>
          <p:cNvPr id="2" name="图片 1">
            <a:extLst>
              <a:ext uri="{FF2B5EF4-FFF2-40B4-BE49-F238E27FC236}">
                <a16:creationId xmlns:a16="http://schemas.microsoft.com/office/drawing/2014/main" id="{EE937A8D-0820-CA39-EFF3-D6C41A1FCC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6325" y="957263"/>
            <a:ext cx="6661150" cy="494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4" name="标题 1">
            <a:extLst>
              <a:ext uri="{FF2B5EF4-FFF2-40B4-BE49-F238E27FC236}">
                <a16:creationId xmlns:a16="http://schemas.microsoft.com/office/drawing/2014/main" id="{223A1B04-9F8B-3DD7-11E7-AFF454AE5008}"/>
              </a:ext>
            </a:extLst>
          </p:cNvPr>
          <p:cNvSpPr>
            <a:spLocks noGrp="1" noChangeArrowheads="1"/>
          </p:cNvSpPr>
          <p:nvPr>
            <p:ph type="title"/>
          </p:nvPr>
        </p:nvSpPr>
        <p:spPr>
          <a:xfrm>
            <a:off x="107950" y="-30163"/>
            <a:ext cx="7793038" cy="550863"/>
          </a:xfrm>
        </p:spPr>
        <p:txBody>
          <a:bodyPr/>
          <a:lstStyle/>
          <a:p>
            <a:r>
              <a:rPr lang="en-US" altLang="zh-CN"/>
              <a:t>16.2  DHCP</a:t>
            </a:r>
            <a:r>
              <a:rPr lang="zh-CN" altLang="en-US"/>
              <a:t>服务器的安装与启动管理</a:t>
            </a:r>
          </a:p>
        </p:txBody>
      </p:sp>
      <p:sp>
        <p:nvSpPr>
          <p:cNvPr id="13315" name="内容占位符 2">
            <a:extLst>
              <a:ext uri="{FF2B5EF4-FFF2-40B4-BE49-F238E27FC236}">
                <a16:creationId xmlns:a16="http://schemas.microsoft.com/office/drawing/2014/main" id="{4FD7F3C6-1616-9980-D67E-1DA4E1B17690}"/>
              </a:ext>
            </a:extLst>
          </p:cNvPr>
          <p:cNvSpPr>
            <a:spLocks noGrp="1" noChangeArrowheads="1"/>
          </p:cNvSpPr>
          <p:nvPr>
            <p:ph idx="1"/>
          </p:nvPr>
        </p:nvSpPr>
        <p:spPr>
          <a:xfrm>
            <a:off x="179388" y="520700"/>
            <a:ext cx="8775700" cy="5861050"/>
          </a:xfrm>
        </p:spPr>
        <p:txBody>
          <a:bodyPr/>
          <a:lstStyle/>
          <a:p>
            <a:pPr marL="0" indent="0">
              <a:buFont typeface="Wingdings" panose="05000000000000000000" pitchFamily="2" charset="2"/>
              <a:buNone/>
            </a:pPr>
            <a:r>
              <a:rPr lang="en-US" altLang="zh-CN"/>
              <a:t>16.2.1  DHCP</a:t>
            </a:r>
            <a:r>
              <a:rPr lang="zh-CN" altLang="en-US"/>
              <a:t>服务器软件安装</a:t>
            </a:r>
          </a:p>
          <a:p>
            <a:pPr marL="0" indent="0">
              <a:buFont typeface="Wingdings" panose="05000000000000000000" pitchFamily="2" charset="2"/>
              <a:buNone/>
            </a:pPr>
            <a:r>
              <a:rPr lang="zh-CN" altLang="en-US"/>
              <a:t>安装方法如下：</a:t>
            </a:r>
          </a:p>
          <a:p>
            <a:pPr marL="0" indent="0">
              <a:buFont typeface="Wingdings" panose="05000000000000000000" pitchFamily="2" charset="2"/>
              <a:buNone/>
            </a:pPr>
            <a:endParaRPr lang="zh-CN" altLang="en-US"/>
          </a:p>
          <a:p>
            <a:pPr marL="0" indent="0">
              <a:buFont typeface="Wingdings" panose="05000000000000000000" pitchFamily="2" charset="2"/>
              <a:buNone/>
            </a:pPr>
            <a:r>
              <a:rPr lang="en-US" altLang="zh-CN" sz="4800"/>
              <a:t>#</a:t>
            </a:r>
            <a:r>
              <a:rPr lang="en-US" altLang="zh-CN" sz="4800">
                <a:solidFill>
                  <a:srgbClr val="FF0000"/>
                </a:solidFill>
              </a:rPr>
              <a:t>yum install dhcp-server</a:t>
            </a:r>
            <a:r>
              <a:rPr lang="en-US" altLang="zh-CN" sz="4800"/>
              <a:t>						#</a:t>
            </a:r>
            <a:r>
              <a:rPr lang="zh-CN" altLang="en-US" sz="4800"/>
              <a:t>红帽系统</a:t>
            </a:r>
          </a:p>
          <a:p>
            <a:pPr marL="0" indent="0">
              <a:buFont typeface="Wingdings" panose="05000000000000000000" pitchFamily="2" charset="2"/>
              <a:buNone/>
            </a:pPr>
            <a:r>
              <a:rPr lang="en-US" altLang="zh-CN" sz="4800"/>
              <a:t>#</a:t>
            </a:r>
            <a:r>
              <a:rPr lang="en-US" altLang="zh-CN" sz="4800">
                <a:solidFill>
                  <a:srgbClr val="FF0000"/>
                </a:solidFill>
              </a:rPr>
              <a:t>apt install isc-dhcp-server</a:t>
            </a:r>
            <a:r>
              <a:rPr lang="en-US" altLang="zh-CN" sz="4800"/>
              <a:t>						#ubuntu</a:t>
            </a:r>
          </a:p>
          <a:p>
            <a:pPr marL="0" indent="0">
              <a:buFont typeface="Wingdings" panose="05000000000000000000" pitchFamily="2" charset="2"/>
              <a:buNone/>
            </a:pPr>
            <a:endParaRPr lang="zh-CN" altLang="en-US" sz="2000"/>
          </a:p>
        </p:txBody>
      </p:sp>
      <p:pic>
        <p:nvPicPr>
          <p:cNvPr id="2" name="图片 1">
            <a:extLst>
              <a:ext uri="{FF2B5EF4-FFF2-40B4-BE49-F238E27FC236}">
                <a16:creationId xmlns:a16="http://schemas.microsoft.com/office/drawing/2014/main" id="{3A83BD4B-0190-EC41-9993-CA1C2E27724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9525"/>
            <a:ext cx="9124950" cy="701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图片 5">
            <a:extLst>
              <a:ext uri="{FF2B5EF4-FFF2-40B4-BE49-F238E27FC236}">
                <a16:creationId xmlns:a16="http://schemas.microsoft.com/office/drawing/2014/main" id="{E67DFCA2-50F3-406F-6AA2-2ADDEE6AE29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9050" y="0"/>
            <a:ext cx="9144000" cy="6802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16" presetClass="entr" presetSubtype="21"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barn(inVertical)">
                                      <p:cBhvr>
                                        <p:cTn id="1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38" name="标题 1">
            <a:extLst>
              <a:ext uri="{FF2B5EF4-FFF2-40B4-BE49-F238E27FC236}">
                <a16:creationId xmlns:a16="http://schemas.microsoft.com/office/drawing/2014/main" id="{84DB30DB-BC66-0F75-459C-280A44EF36A3}"/>
              </a:ext>
            </a:extLst>
          </p:cNvPr>
          <p:cNvSpPr>
            <a:spLocks noGrp="1" noChangeArrowheads="1"/>
          </p:cNvSpPr>
          <p:nvPr>
            <p:ph type="title"/>
          </p:nvPr>
        </p:nvSpPr>
        <p:spPr>
          <a:xfrm>
            <a:off x="250825" y="115888"/>
            <a:ext cx="7793038" cy="288925"/>
          </a:xfrm>
        </p:spPr>
        <p:txBody>
          <a:bodyPr/>
          <a:lstStyle/>
          <a:p>
            <a:r>
              <a:rPr lang="en-US" altLang="zh-CN"/>
              <a:t>16.2  DHCP</a:t>
            </a:r>
            <a:r>
              <a:rPr lang="zh-CN" altLang="en-US"/>
              <a:t>服务器的安装与启动管理</a:t>
            </a:r>
          </a:p>
        </p:txBody>
      </p:sp>
      <p:sp>
        <p:nvSpPr>
          <p:cNvPr id="14339" name="内容占位符 2">
            <a:extLst>
              <a:ext uri="{FF2B5EF4-FFF2-40B4-BE49-F238E27FC236}">
                <a16:creationId xmlns:a16="http://schemas.microsoft.com/office/drawing/2014/main" id="{D7B53C05-A448-9E70-5519-CF22FF56A898}"/>
              </a:ext>
            </a:extLst>
          </p:cNvPr>
          <p:cNvSpPr>
            <a:spLocks noGrp="1" noChangeArrowheads="1"/>
          </p:cNvSpPr>
          <p:nvPr>
            <p:ph idx="1"/>
          </p:nvPr>
        </p:nvSpPr>
        <p:spPr>
          <a:xfrm>
            <a:off x="92075" y="620713"/>
            <a:ext cx="9036050" cy="5976937"/>
          </a:xfrm>
        </p:spPr>
        <p:txBody>
          <a:bodyPr/>
          <a:lstStyle/>
          <a:p>
            <a:pPr marL="0" indent="0">
              <a:spcBef>
                <a:spcPct val="0"/>
              </a:spcBef>
              <a:spcAft>
                <a:spcPct val="0"/>
              </a:spcAft>
              <a:buFont typeface="Wingdings" panose="05000000000000000000" pitchFamily="2" charset="2"/>
              <a:buNone/>
            </a:pPr>
            <a:r>
              <a:rPr lang="en-US" altLang="zh-CN" sz="2400"/>
              <a:t>16.2.2  </a:t>
            </a:r>
            <a:r>
              <a:rPr lang="zh-CN" altLang="en-US" sz="2400"/>
              <a:t>启动管理</a:t>
            </a:r>
          </a:p>
          <a:p>
            <a:pPr marL="0" indent="0">
              <a:spcBef>
                <a:spcPct val="0"/>
              </a:spcBef>
              <a:spcAft>
                <a:spcPct val="0"/>
              </a:spcAft>
              <a:buFont typeface="Wingdings" panose="05000000000000000000" pitchFamily="2" charset="2"/>
              <a:buNone/>
            </a:pPr>
            <a:r>
              <a:rPr lang="zh-CN" altLang="en-US" sz="2400"/>
              <a:t>在红帽系统下的</a:t>
            </a:r>
            <a:r>
              <a:rPr lang="en-US" altLang="zh-CN" sz="2400"/>
              <a:t>dhcp</a:t>
            </a:r>
            <a:r>
              <a:rPr lang="zh-CN" altLang="en-US" sz="2400"/>
              <a:t>服务名为</a:t>
            </a:r>
            <a:r>
              <a:rPr lang="en-US" altLang="zh-CN" sz="2400"/>
              <a:t>dhcpd.service</a:t>
            </a:r>
            <a:r>
              <a:rPr lang="zh-CN" altLang="en-US" sz="2400"/>
              <a:t>和</a:t>
            </a:r>
            <a:r>
              <a:rPr lang="en-US" altLang="zh-CN" sz="2400"/>
              <a:t>dhcpd6.service</a:t>
            </a:r>
            <a:r>
              <a:rPr lang="zh-CN" altLang="en-US" sz="2400"/>
              <a:t>，这里，我们只关心</a:t>
            </a:r>
            <a:r>
              <a:rPr lang="en-US" altLang="zh-CN" sz="2400"/>
              <a:t>IPv4</a:t>
            </a:r>
            <a:r>
              <a:rPr lang="zh-CN" altLang="en-US" sz="2400"/>
              <a:t>的</a:t>
            </a:r>
            <a:r>
              <a:rPr lang="en-US" altLang="zh-CN" sz="2400"/>
              <a:t>DHCP</a:t>
            </a:r>
            <a:r>
              <a:rPr lang="zh-CN" altLang="en-US" sz="2400"/>
              <a:t>服务。</a:t>
            </a:r>
          </a:p>
          <a:p>
            <a:pPr marL="0" indent="0">
              <a:spcBef>
                <a:spcPct val="0"/>
              </a:spcBef>
              <a:spcAft>
                <a:spcPct val="0"/>
              </a:spcAft>
              <a:buFont typeface="Wingdings" panose="05000000000000000000" pitchFamily="2" charset="2"/>
              <a:buNone/>
            </a:pPr>
            <a:r>
              <a:rPr lang="en-US" altLang="zh-CN" sz="2400"/>
              <a:t>1</a:t>
            </a:r>
            <a:r>
              <a:rPr lang="zh-CN" altLang="en-US" sz="2400"/>
              <a:t>．检查服务状态</a:t>
            </a:r>
          </a:p>
          <a:p>
            <a:pPr marL="0" indent="0">
              <a:spcBef>
                <a:spcPct val="0"/>
              </a:spcBef>
              <a:spcAft>
                <a:spcPct val="0"/>
              </a:spcAft>
              <a:buFont typeface="Wingdings" panose="05000000000000000000" pitchFamily="2" charset="2"/>
              <a:buNone/>
            </a:pPr>
            <a:r>
              <a:rPr lang="en-US" altLang="zh-CN" sz="3200">
                <a:solidFill>
                  <a:srgbClr val="FF0000"/>
                </a:solidFill>
              </a:rPr>
              <a:t>systemctl status dhcpd.service</a:t>
            </a:r>
            <a:r>
              <a:rPr lang="en-US" altLang="zh-CN" sz="3200"/>
              <a:t>	</a:t>
            </a:r>
            <a:r>
              <a:rPr lang="en-US" altLang="zh-CN" sz="2400"/>
              <a:t>	#</a:t>
            </a:r>
            <a:r>
              <a:rPr lang="zh-CN" altLang="en-US" sz="2400"/>
              <a:t>红帽系统</a:t>
            </a:r>
          </a:p>
          <a:p>
            <a:pPr marL="0" indent="0">
              <a:spcBef>
                <a:spcPct val="0"/>
              </a:spcBef>
              <a:spcAft>
                <a:spcPct val="0"/>
              </a:spcAft>
              <a:buFont typeface="Wingdings" panose="05000000000000000000" pitchFamily="2" charset="2"/>
              <a:buNone/>
            </a:pPr>
            <a:r>
              <a:rPr lang="en-US" altLang="zh-CN" sz="2400"/>
              <a:t>systemctl status isc-dhcp-server.service 	#ubuntu</a:t>
            </a:r>
            <a:r>
              <a:rPr lang="zh-CN" altLang="en-US" sz="2400"/>
              <a:t>系统</a:t>
            </a:r>
          </a:p>
          <a:p>
            <a:pPr marL="0" indent="0">
              <a:spcBef>
                <a:spcPct val="0"/>
              </a:spcBef>
              <a:spcAft>
                <a:spcPct val="0"/>
              </a:spcAft>
              <a:buFont typeface="Wingdings" panose="05000000000000000000" pitchFamily="2" charset="2"/>
              <a:buNone/>
            </a:pPr>
            <a:r>
              <a:rPr lang="en-US" altLang="zh-CN" sz="2400"/>
              <a:t>2</a:t>
            </a:r>
            <a:r>
              <a:rPr lang="zh-CN" altLang="en-US" sz="2400"/>
              <a:t>．启用服务或设为开机重启动</a:t>
            </a:r>
          </a:p>
          <a:p>
            <a:pPr marL="0" indent="0">
              <a:spcBef>
                <a:spcPct val="0"/>
              </a:spcBef>
              <a:spcAft>
                <a:spcPct val="0"/>
              </a:spcAft>
              <a:buFont typeface="Wingdings" panose="05000000000000000000" pitchFamily="2" charset="2"/>
              <a:buNone/>
            </a:pPr>
            <a:r>
              <a:rPr lang="en-US" altLang="zh-CN" sz="3200">
                <a:solidFill>
                  <a:srgbClr val="FF0000"/>
                </a:solidFill>
              </a:rPr>
              <a:t>systemctl enable dhcpd.service</a:t>
            </a:r>
            <a:r>
              <a:rPr lang="en-US" altLang="zh-CN" sz="2400"/>
              <a:t>		#</a:t>
            </a:r>
            <a:r>
              <a:rPr lang="zh-CN" altLang="en-US" sz="2400"/>
              <a:t>红帽系统</a:t>
            </a:r>
          </a:p>
          <a:p>
            <a:pPr marL="0" indent="0">
              <a:spcBef>
                <a:spcPct val="0"/>
              </a:spcBef>
              <a:spcAft>
                <a:spcPct val="0"/>
              </a:spcAft>
              <a:buFont typeface="Wingdings" panose="05000000000000000000" pitchFamily="2" charset="2"/>
              <a:buNone/>
            </a:pPr>
            <a:r>
              <a:rPr lang="en-US" altLang="zh-CN" sz="2400"/>
              <a:t>systemctl enable isc-dhcp-server.service 	#ubuntu</a:t>
            </a:r>
          </a:p>
          <a:p>
            <a:pPr marL="0" indent="0">
              <a:spcBef>
                <a:spcPct val="0"/>
              </a:spcBef>
              <a:spcAft>
                <a:spcPct val="0"/>
              </a:spcAft>
              <a:buFont typeface="Wingdings" panose="05000000000000000000" pitchFamily="2" charset="2"/>
              <a:buNone/>
            </a:pPr>
            <a:r>
              <a:rPr lang="en-US" altLang="zh-CN" sz="2400"/>
              <a:t>3</a:t>
            </a:r>
            <a:r>
              <a:rPr lang="zh-CN" altLang="en-US" sz="2400"/>
              <a:t>．启动、关闭或重启动服务</a:t>
            </a:r>
          </a:p>
          <a:p>
            <a:pPr marL="0" indent="0">
              <a:spcBef>
                <a:spcPct val="0"/>
              </a:spcBef>
              <a:spcAft>
                <a:spcPct val="0"/>
              </a:spcAft>
              <a:buFont typeface="Wingdings" panose="05000000000000000000" pitchFamily="2" charset="2"/>
              <a:buNone/>
            </a:pPr>
            <a:r>
              <a:rPr lang="en-US" altLang="zh-CN">
                <a:solidFill>
                  <a:srgbClr val="FF0000"/>
                </a:solidFill>
              </a:rPr>
              <a:t>systemctl start/stop/restart dhcpd.service </a:t>
            </a:r>
            <a:r>
              <a:rPr lang="en-US" altLang="zh-CN" sz="2400"/>
              <a:t>#</a:t>
            </a:r>
            <a:r>
              <a:rPr lang="zh-CN" altLang="en-US" sz="2400"/>
              <a:t>红帽系统</a:t>
            </a:r>
          </a:p>
          <a:p>
            <a:pPr marL="0" indent="0">
              <a:spcBef>
                <a:spcPct val="0"/>
              </a:spcBef>
              <a:spcAft>
                <a:spcPct val="0"/>
              </a:spcAft>
              <a:buFont typeface="Wingdings" panose="05000000000000000000" pitchFamily="2" charset="2"/>
              <a:buNone/>
            </a:pPr>
            <a:r>
              <a:rPr lang="en-US" altLang="zh-CN" sz="2400"/>
              <a:t>systemctl start/stop/restart isc-dhcp-server.service 	#ubuntu</a:t>
            </a:r>
          </a:p>
          <a:p>
            <a:pPr marL="0" indent="0">
              <a:buFont typeface="Wingdings" panose="05000000000000000000" pitchFamily="2" charset="2"/>
              <a:buNone/>
            </a:pPr>
            <a:endParaRPr lang="zh-CN" altLang="en-US" sz="18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标题 1">
            <a:extLst>
              <a:ext uri="{FF2B5EF4-FFF2-40B4-BE49-F238E27FC236}">
                <a16:creationId xmlns:a16="http://schemas.microsoft.com/office/drawing/2014/main" id="{EE02FEDD-9CFE-817E-CA96-129CB141ED76}"/>
              </a:ext>
            </a:extLst>
          </p:cNvPr>
          <p:cNvSpPr>
            <a:spLocks noGrp="1" noChangeArrowheads="1"/>
          </p:cNvSpPr>
          <p:nvPr>
            <p:ph type="title"/>
          </p:nvPr>
        </p:nvSpPr>
        <p:spPr>
          <a:xfrm>
            <a:off x="0" y="14288"/>
            <a:ext cx="7793038" cy="622300"/>
          </a:xfrm>
        </p:spPr>
        <p:txBody>
          <a:bodyPr/>
          <a:lstStyle/>
          <a:p>
            <a:r>
              <a:rPr lang="en-US" altLang="zh-CN"/>
              <a:t>16.3  DHCP</a:t>
            </a:r>
            <a:r>
              <a:rPr lang="zh-CN" altLang="en-US"/>
              <a:t>的配置</a:t>
            </a:r>
          </a:p>
        </p:txBody>
      </p:sp>
      <p:sp>
        <p:nvSpPr>
          <p:cNvPr id="13315" name="内容占位符 2">
            <a:extLst>
              <a:ext uri="{FF2B5EF4-FFF2-40B4-BE49-F238E27FC236}">
                <a16:creationId xmlns:a16="http://schemas.microsoft.com/office/drawing/2014/main" id="{C1BF5FC9-074F-ED0F-279F-D4137D062DC6}"/>
              </a:ext>
            </a:extLst>
          </p:cNvPr>
          <p:cNvSpPr>
            <a:spLocks noGrp="1" noChangeArrowheads="1"/>
          </p:cNvSpPr>
          <p:nvPr>
            <p:ph idx="1"/>
          </p:nvPr>
        </p:nvSpPr>
        <p:spPr>
          <a:xfrm>
            <a:off x="107950" y="549275"/>
            <a:ext cx="8775700" cy="6164263"/>
          </a:xfrm>
        </p:spPr>
        <p:txBody>
          <a:bodyPr/>
          <a:lstStyle/>
          <a:p>
            <a:pPr>
              <a:spcBef>
                <a:spcPts val="0"/>
              </a:spcBef>
              <a:spcAft>
                <a:spcPts val="0"/>
              </a:spcAft>
              <a:defRPr/>
            </a:pPr>
            <a:r>
              <a:rPr lang="en-US" altLang="zh-CN" dirty="0"/>
              <a:t>16.3.1  </a:t>
            </a:r>
            <a:r>
              <a:rPr lang="zh-CN" altLang="en-US" dirty="0"/>
              <a:t>配置文件</a:t>
            </a:r>
          </a:p>
          <a:p>
            <a:pPr>
              <a:spcBef>
                <a:spcPts val="0"/>
              </a:spcBef>
              <a:spcAft>
                <a:spcPts val="0"/>
              </a:spcAft>
              <a:defRPr/>
            </a:pPr>
            <a:r>
              <a:rPr lang="en-US" altLang="zh-CN" dirty="0"/>
              <a:t>Fedora24</a:t>
            </a:r>
            <a:r>
              <a:rPr lang="zh-CN" altLang="en-US" dirty="0"/>
              <a:t>中的</a:t>
            </a:r>
            <a:r>
              <a:rPr lang="en-US" altLang="zh-CN" dirty="0" err="1"/>
              <a:t>dhcpd</a:t>
            </a:r>
            <a:r>
              <a:rPr lang="zh-CN" altLang="en-US" dirty="0"/>
              <a:t>的配置文件是</a:t>
            </a:r>
            <a:r>
              <a:rPr lang="en-US" altLang="zh-CN" dirty="0">
                <a:solidFill>
                  <a:srgbClr val="FF0000"/>
                </a:solidFill>
              </a:rPr>
              <a:t>/</a:t>
            </a:r>
            <a:r>
              <a:rPr lang="en-US" altLang="zh-CN" dirty="0" err="1">
                <a:solidFill>
                  <a:srgbClr val="FF0000"/>
                </a:solidFill>
              </a:rPr>
              <a:t>etc</a:t>
            </a:r>
            <a:r>
              <a:rPr lang="en-US" altLang="zh-CN" dirty="0">
                <a:solidFill>
                  <a:srgbClr val="FF0000"/>
                </a:solidFill>
              </a:rPr>
              <a:t>/</a:t>
            </a:r>
            <a:r>
              <a:rPr lang="en-US" altLang="zh-CN" dirty="0" err="1">
                <a:solidFill>
                  <a:srgbClr val="FF0000"/>
                </a:solidFill>
              </a:rPr>
              <a:t>dhcpd</a:t>
            </a:r>
            <a:r>
              <a:rPr lang="en-US" altLang="zh-CN" dirty="0">
                <a:solidFill>
                  <a:srgbClr val="FF0000"/>
                </a:solidFill>
              </a:rPr>
              <a:t>/</a:t>
            </a:r>
            <a:r>
              <a:rPr lang="en-US" altLang="zh-CN" dirty="0" err="1">
                <a:solidFill>
                  <a:srgbClr val="FF0000"/>
                </a:solidFill>
              </a:rPr>
              <a:t>dhcpd.conf</a:t>
            </a:r>
            <a:r>
              <a:rPr lang="zh-CN" altLang="en-US" dirty="0"/>
              <a:t>。默认情况下此文件不存在，或是一个</a:t>
            </a:r>
            <a:r>
              <a:rPr lang="zh-CN" altLang="en-US" dirty="0">
                <a:solidFill>
                  <a:srgbClr val="FF0000"/>
                </a:solidFill>
              </a:rPr>
              <a:t>只有注释内容的空文件</a:t>
            </a:r>
            <a:r>
              <a:rPr lang="zh-CN" altLang="en-US" dirty="0"/>
              <a:t>，其内容为：</a:t>
            </a:r>
          </a:p>
          <a:p>
            <a:pPr marL="0" indent="0">
              <a:spcBef>
                <a:spcPts val="0"/>
              </a:spcBef>
              <a:spcAft>
                <a:spcPts val="0"/>
              </a:spcAft>
              <a:buFont typeface="Wingdings" panose="05000000000000000000" pitchFamily="2" charset="2"/>
              <a:buNone/>
              <a:defRPr/>
            </a:pPr>
            <a:r>
              <a:rPr lang="en-US" altLang="zh-CN" dirty="0"/>
              <a:t>##DHCP Server Configuration file.</a:t>
            </a:r>
          </a:p>
          <a:p>
            <a:pPr marL="0" indent="0">
              <a:spcBef>
                <a:spcPts val="0"/>
              </a:spcBef>
              <a:spcAft>
                <a:spcPts val="0"/>
              </a:spcAft>
              <a:buFont typeface="Wingdings" panose="05000000000000000000" pitchFamily="2" charset="2"/>
              <a:buNone/>
              <a:defRPr/>
            </a:pPr>
            <a:r>
              <a:rPr lang="en-US" altLang="zh-CN" dirty="0"/>
              <a:t>#see /</a:t>
            </a:r>
            <a:r>
              <a:rPr lang="en-US" altLang="zh-CN" dirty="0" err="1"/>
              <a:t>usr</a:t>
            </a:r>
            <a:r>
              <a:rPr lang="en-US" altLang="zh-CN" dirty="0"/>
              <a:t>/share/doc/</a:t>
            </a:r>
            <a:r>
              <a:rPr lang="en-US" altLang="zh-CN" dirty="0" err="1"/>
              <a:t>dhcp</a:t>
            </a:r>
            <a:r>
              <a:rPr lang="en-US" altLang="zh-CN" dirty="0"/>
              <a:t>-server/</a:t>
            </a:r>
            <a:r>
              <a:rPr lang="en-US" altLang="zh-CN" dirty="0" err="1"/>
              <a:t>dhcpd.conf.example</a:t>
            </a:r>
            <a:endParaRPr lang="en-US" altLang="zh-CN" dirty="0"/>
          </a:p>
          <a:p>
            <a:pPr marL="0" indent="0">
              <a:spcBef>
                <a:spcPts val="0"/>
              </a:spcBef>
              <a:spcAft>
                <a:spcPts val="0"/>
              </a:spcAft>
              <a:buFont typeface="Wingdings" panose="05000000000000000000" pitchFamily="2" charset="2"/>
              <a:buNone/>
              <a:defRPr/>
            </a:pPr>
            <a:r>
              <a:rPr lang="en-US" altLang="zh-CN" dirty="0"/>
              <a:t>#see </a:t>
            </a:r>
            <a:r>
              <a:rPr lang="en-US" altLang="zh-CN" dirty="0" err="1"/>
              <a:t>dhcpd.conf</a:t>
            </a:r>
            <a:r>
              <a:rPr lang="en-US" altLang="zh-CN" dirty="0"/>
              <a:t>(5) man page</a:t>
            </a:r>
          </a:p>
          <a:p>
            <a:pPr>
              <a:spcBef>
                <a:spcPts val="600"/>
              </a:spcBef>
              <a:spcAft>
                <a:spcPts val="0"/>
              </a:spcAft>
              <a:defRPr/>
            </a:pPr>
            <a:r>
              <a:rPr lang="zh-CN" altLang="en-US" dirty="0"/>
              <a:t>事实上，当安装了 </a:t>
            </a:r>
            <a:r>
              <a:rPr lang="en-US" altLang="zh-CN" dirty="0" err="1"/>
              <a:t>dhcp</a:t>
            </a:r>
            <a:r>
              <a:rPr lang="en-US" altLang="zh-CN" dirty="0"/>
              <a:t>-server </a:t>
            </a:r>
            <a:r>
              <a:rPr lang="zh-CN" altLang="en-US" dirty="0"/>
              <a:t>后，系统就提供了一个</a:t>
            </a:r>
            <a:r>
              <a:rPr lang="zh-CN" altLang="en-US" dirty="0">
                <a:solidFill>
                  <a:srgbClr val="FF0000"/>
                </a:solidFill>
              </a:rPr>
              <a:t>配置模版文件</a:t>
            </a:r>
            <a:r>
              <a:rPr lang="en-US" altLang="zh-CN" dirty="0"/>
              <a:t>/</a:t>
            </a:r>
            <a:r>
              <a:rPr lang="en-US" altLang="zh-CN" dirty="0" err="1"/>
              <a:t>usr</a:t>
            </a:r>
            <a:r>
              <a:rPr lang="en-US" altLang="zh-CN" dirty="0"/>
              <a:t>/share/doc/</a:t>
            </a:r>
            <a:r>
              <a:rPr lang="en-US" altLang="zh-CN" dirty="0" err="1"/>
              <a:t>dhcp</a:t>
            </a:r>
            <a:r>
              <a:rPr lang="en-US" altLang="zh-CN" dirty="0"/>
              <a:t>- server/</a:t>
            </a:r>
            <a:r>
              <a:rPr lang="en-US" altLang="zh-CN" dirty="0" err="1"/>
              <a:t>dhcpd.conf.example</a:t>
            </a:r>
            <a:r>
              <a:rPr lang="zh-CN" altLang="en-US" dirty="0"/>
              <a:t>。</a:t>
            </a:r>
            <a:r>
              <a:rPr lang="zh-CN" altLang="en-US" dirty="0">
                <a:solidFill>
                  <a:srgbClr val="FF0000"/>
                </a:solidFill>
              </a:rPr>
              <a:t>首次使用</a:t>
            </a:r>
            <a:r>
              <a:rPr lang="en-US" altLang="zh-CN" dirty="0">
                <a:solidFill>
                  <a:srgbClr val="FF0000"/>
                </a:solidFill>
              </a:rPr>
              <a:t>DHCP</a:t>
            </a:r>
            <a:r>
              <a:rPr lang="zh-CN" altLang="en-US" dirty="0">
                <a:solidFill>
                  <a:srgbClr val="FF0000"/>
                </a:solidFill>
              </a:rPr>
              <a:t>时，可将它复制成</a:t>
            </a:r>
            <a:r>
              <a:rPr lang="en-US" altLang="zh-CN" dirty="0">
                <a:solidFill>
                  <a:srgbClr val="FF0000"/>
                </a:solidFill>
              </a:rPr>
              <a:t>/</a:t>
            </a:r>
            <a:r>
              <a:rPr lang="en-US" altLang="zh-CN" dirty="0" err="1">
                <a:solidFill>
                  <a:srgbClr val="FF0000"/>
                </a:solidFill>
              </a:rPr>
              <a:t>etc</a:t>
            </a:r>
            <a:r>
              <a:rPr lang="en-US" altLang="zh-CN" dirty="0">
                <a:solidFill>
                  <a:srgbClr val="FF0000"/>
                </a:solidFill>
              </a:rPr>
              <a:t>/</a:t>
            </a:r>
            <a:r>
              <a:rPr lang="en-US" altLang="zh-CN" dirty="0" err="1">
                <a:solidFill>
                  <a:srgbClr val="FF0000"/>
                </a:solidFill>
              </a:rPr>
              <a:t>dhcpd</a:t>
            </a:r>
            <a:r>
              <a:rPr lang="en-US" altLang="zh-CN" dirty="0">
                <a:solidFill>
                  <a:srgbClr val="FF0000"/>
                </a:solidFill>
              </a:rPr>
              <a:t>/</a:t>
            </a:r>
            <a:r>
              <a:rPr lang="en-US" altLang="zh-CN" dirty="0" err="1">
                <a:solidFill>
                  <a:srgbClr val="FF0000"/>
                </a:solidFill>
              </a:rPr>
              <a:t>dhcpd.conf</a:t>
            </a:r>
            <a:r>
              <a:rPr lang="zh-CN" altLang="en-US" dirty="0">
                <a:solidFill>
                  <a:srgbClr val="FF0000"/>
                </a:solidFill>
              </a:rPr>
              <a:t>，然后再根据实际需要对其进行修改，</a:t>
            </a:r>
            <a:r>
              <a:rPr lang="zh-CN" altLang="en-US" dirty="0"/>
              <a:t>现就其内容注释如下</a:t>
            </a:r>
            <a:r>
              <a:rPr lang="zh-CN" altLang="en-US" sz="2400" dirty="0"/>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410" name="内容占位符 2">
            <a:extLst>
              <a:ext uri="{FF2B5EF4-FFF2-40B4-BE49-F238E27FC236}">
                <a16:creationId xmlns:a16="http://schemas.microsoft.com/office/drawing/2014/main" id="{530FF24C-7394-11FB-C157-475B0829E04F}"/>
              </a:ext>
            </a:extLst>
          </p:cNvPr>
          <p:cNvSpPr>
            <a:spLocks noGrp="1" noChangeArrowheads="1"/>
          </p:cNvSpPr>
          <p:nvPr>
            <p:ph idx="1"/>
          </p:nvPr>
        </p:nvSpPr>
        <p:spPr>
          <a:xfrm>
            <a:off x="107950" y="581025"/>
            <a:ext cx="8775700" cy="5329238"/>
          </a:xfrm>
        </p:spPr>
        <p:txBody>
          <a:bodyPr/>
          <a:lstStyle/>
          <a:p>
            <a:pPr marL="0" indent="0">
              <a:spcBef>
                <a:spcPct val="0"/>
              </a:spcBef>
              <a:spcAft>
                <a:spcPct val="0"/>
              </a:spcAft>
              <a:buFont typeface="Wingdings" panose="05000000000000000000" pitchFamily="2" charset="2"/>
              <a:buNone/>
            </a:pPr>
            <a:r>
              <a:rPr lang="en-US" altLang="zh-CN" sz="2400">
                <a:solidFill>
                  <a:srgbClr val="FF0000"/>
                </a:solidFill>
              </a:rPr>
              <a:t>#dhcpd.conf</a:t>
            </a:r>
          </a:p>
          <a:p>
            <a:pPr marL="0" indent="0">
              <a:spcBef>
                <a:spcPct val="0"/>
              </a:spcBef>
              <a:spcAft>
                <a:spcPct val="0"/>
              </a:spcAft>
              <a:buFont typeface="Wingdings" panose="05000000000000000000" pitchFamily="2" charset="2"/>
              <a:buNone/>
            </a:pPr>
            <a:r>
              <a:rPr lang="en-US" altLang="zh-CN" sz="2400"/>
              <a:t>#Sample configuration file for ISC dhcpd</a:t>
            </a:r>
          </a:p>
          <a:p>
            <a:pPr marL="0" indent="0">
              <a:spcBef>
                <a:spcPct val="0"/>
              </a:spcBef>
              <a:spcAft>
                <a:spcPct val="0"/>
              </a:spcAft>
              <a:buFont typeface="Wingdings" panose="05000000000000000000" pitchFamily="2" charset="2"/>
              <a:buNone/>
            </a:pPr>
            <a:r>
              <a:rPr lang="en-US" altLang="zh-CN" sz="2400"/>
              <a:t>#option definitions common to all supported networks...</a:t>
            </a:r>
          </a:p>
          <a:p>
            <a:pPr marL="0" indent="0">
              <a:spcBef>
                <a:spcPct val="0"/>
              </a:spcBef>
              <a:spcAft>
                <a:spcPct val="0"/>
              </a:spcAft>
              <a:buFont typeface="Wingdings" panose="05000000000000000000" pitchFamily="2" charset="2"/>
              <a:buNone/>
            </a:pPr>
            <a:r>
              <a:rPr lang="en-US" altLang="zh-CN" sz="2400"/>
              <a:t>option domain-name "example.org";	#</a:t>
            </a:r>
            <a:r>
              <a:rPr lang="zh-CN" altLang="en-US" sz="2400"/>
              <a:t>为</a:t>
            </a:r>
            <a:r>
              <a:rPr lang="en-US" altLang="zh-CN" sz="2400"/>
              <a:t>DHCP</a:t>
            </a:r>
            <a:r>
              <a:rPr lang="zh-CN" altLang="en-US" sz="2400"/>
              <a:t>客户设置</a:t>
            </a:r>
            <a:r>
              <a:rPr lang="en-US" altLang="zh-CN" sz="2400"/>
              <a:t>DNS</a:t>
            </a:r>
            <a:r>
              <a:rPr lang="zh-CN" altLang="en-US" sz="2400"/>
              <a:t>域</a:t>
            </a:r>
          </a:p>
          <a:p>
            <a:pPr marL="0" indent="0">
              <a:spcBef>
                <a:spcPct val="0"/>
              </a:spcBef>
              <a:spcAft>
                <a:spcPct val="0"/>
              </a:spcAft>
              <a:buFont typeface="Wingdings" panose="05000000000000000000" pitchFamily="2" charset="2"/>
              <a:buNone/>
            </a:pPr>
            <a:r>
              <a:rPr lang="en-US" altLang="zh-CN" sz="2400"/>
              <a:t>option domain-name-servers ns1.example.org, ns2.example.org; #</a:t>
            </a:r>
            <a:r>
              <a:rPr lang="zh-CN" altLang="en-US" sz="2400"/>
              <a:t>为</a:t>
            </a:r>
            <a:r>
              <a:rPr lang="en-US" altLang="zh-CN" sz="2400"/>
              <a:t>DHCP</a:t>
            </a:r>
            <a:r>
              <a:rPr lang="zh-CN" altLang="en-US" sz="2400"/>
              <a:t>客户设置</a:t>
            </a:r>
            <a:r>
              <a:rPr lang="en-US" altLang="zh-CN" sz="2400"/>
              <a:t>DNS</a:t>
            </a:r>
            <a:r>
              <a:rPr lang="zh-CN" altLang="en-US" sz="2400"/>
              <a:t>服务器地址</a:t>
            </a:r>
          </a:p>
          <a:p>
            <a:pPr marL="0" indent="0">
              <a:spcBef>
                <a:spcPct val="0"/>
              </a:spcBef>
              <a:spcAft>
                <a:spcPct val="0"/>
              </a:spcAft>
              <a:buFont typeface="Wingdings" panose="05000000000000000000" pitchFamily="2" charset="2"/>
              <a:buNone/>
            </a:pPr>
            <a:r>
              <a:rPr lang="en-US" altLang="zh-CN" sz="2400"/>
              <a:t>default-lease-time 600; 	#</a:t>
            </a:r>
            <a:r>
              <a:rPr lang="zh-CN" altLang="en-US" sz="2400"/>
              <a:t>为</a:t>
            </a:r>
            <a:r>
              <a:rPr lang="en-US" altLang="zh-CN" sz="2400"/>
              <a:t>DHCP</a:t>
            </a:r>
            <a:r>
              <a:rPr lang="zh-CN" altLang="en-US" sz="2400"/>
              <a:t>客户设置默认的地址租期</a:t>
            </a:r>
          </a:p>
          <a:p>
            <a:pPr marL="0" indent="0">
              <a:spcBef>
                <a:spcPct val="0"/>
              </a:spcBef>
              <a:spcAft>
                <a:spcPct val="0"/>
              </a:spcAft>
              <a:buFont typeface="Wingdings" panose="05000000000000000000" pitchFamily="2" charset="2"/>
              <a:buNone/>
            </a:pPr>
            <a:r>
              <a:rPr lang="en-US" altLang="zh-CN" sz="2400"/>
              <a:t>max-lease-time 7200; 		#</a:t>
            </a:r>
            <a:r>
              <a:rPr lang="zh-CN" altLang="en-US" sz="2400"/>
              <a:t>为</a:t>
            </a:r>
            <a:r>
              <a:rPr lang="en-US" altLang="zh-CN" sz="2400"/>
              <a:t>DHCP</a:t>
            </a:r>
            <a:r>
              <a:rPr lang="zh-CN" altLang="en-US" sz="2400"/>
              <a:t>客户设置最长的地址租期</a:t>
            </a:r>
          </a:p>
          <a:p>
            <a:pPr marL="0" indent="0">
              <a:spcBef>
                <a:spcPct val="0"/>
              </a:spcBef>
              <a:spcAft>
                <a:spcPct val="0"/>
              </a:spcAft>
              <a:buFont typeface="Wingdings" panose="05000000000000000000" pitchFamily="2" charset="2"/>
              <a:buNone/>
            </a:pPr>
            <a:r>
              <a:rPr lang="en-US" altLang="zh-CN" sz="2400"/>
              <a:t>#ddns-update-style none; 		#</a:t>
            </a:r>
            <a:r>
              <a:rPr lang="zh-CN" altLang="en-US" sz="2400"/>
              <a:t>配置</a:t>
            </a:r>
            <a:r>
              <a:rPr lang="en-US" altLang="zh-CN" sz="2400"/>
              <a:t>DHCP-DNS </a:t>
            </a:r>
            <a:r>
              <a:rPr lang="zh-CN" altLang="en-US" sz="2400"/>
              <a:t>互动更新模式</a:t>
            </a:r>
          </a:p>
          <a:p>
            <a:pPr marL="0" indent="0">
              <a:spcBef>
                <a:spcPct val="0"/>
              </a:spcBef>
              <a:spcAft>
                <a:spcPct val="0"/>
              </a:spcAft>
              <a:buFont typeface="Wingdings" panose="05000000000000000000" pitchFamily="2" charset="2"/>
              <a:buNone/>
            </a:pPr>
            <a:r>
              <a:rPr lang="en-US" altLang="zh-CN" sz="2400"/>
              <a:t>#authoritative;			#</a:t>
            </a:r>
            <a:r>
              <a:rPr lang="zh-CN" altLang="en-US" sz="2400"/>
              <a:t>设置为权威或官方</a:t>
            </a:r>
          </a:p>
          <a:p>
            <a:pPr marL="0" indent="0">
              <a:spcBef>
                <a:spcPct val="0"/>
              </a:spcBef>
              <a:spcAft>
                <a:spcPct val="0"/>
              </a:spcAft>
              <a:buFont typeface="Wingdings" panose="05000000000000000000" pitchFamily="2" charset="2"/>
              <a:buNone/>
            </a:pPr>
            <a:r>
              <a:rPr lang="en-US" altLang="zh-CN" sz="2400"/>
              <a:t>log-facility local7;			#</a:t>
            </a:r>
            <a:r>
              <a:rPr lang="zh-CN" altLang="en-US" sz="2400"/>
              <a:t>定义日志记录位置</a:t>
            </a:r>
          </a:p>
          <a:p>
            <a:pPr marL="0" indent="0">
              <a:spcBef>
                <a:spcPct val="0"/>
              </a:spcBef>
              <a:spcAft>
                <a:spcPct val="0"/>
              </a:spcAft>
              <a:buFont typeface="Wingdings" panose="05000000000000000000" pitchFamily="2" charset="2"/>
              <a:buNone/>
            </a:pPr>
            <a:r>
              <a:rPr lang="en-US" altLang="zh-CN" sz="2400"/>
              <a:t>subnet 10.152.187.0 netmask 255.255.255.0 { #</a:t>
            </a:r>
            <a:r>
              <a:rPr lang="zh-CN" altLang="en-US" sz="2400"/>
              <a:t>设置子网结构</a:t>
            </a:r>
          </a:p>
          <a:p>
            <a:pPr marL="0" indent="0">
              <a:spcBef>
                <a:spcPct val="0"/>
              </a:spcBef>
              <a:spcAft>
                <a:spcPct val="0"/>
              </a:spcAft>
              <a:buFont typeface="Wingdings" panose="05000000000000000000" pitchFamily="2" charset="2"/>
              <a:buNone/>
            </a:pPr>
            <a:r>
              <a:rPr lang="en-US" altLang="zh-CN" sz="2400"/>
              <a:t>}</a:t>
            </a:r>
          </a:p>
        </p:txBody>
      </p:sp>
      <p:sp>
        <p:nvSpPr>
          <p:cNvPr id="17411" name="标题 1">
            <a:extLst>
              <a:ext uri="{FF2B5EF4-FFF2-40B4-BE49-F238E27FC236}">
                <a16:creationId xmlns:a16="http://schemas.microsoft.com/office/drawing/2014/main" id="{225AEA46-289A-1D1A-E2CA-112CEA585B14}"/>
              </a:ext>
            </a:extLst>
          </p:cNvPr>
          <p:cNvSpPr>
            <a:spLocks noGrp="1" noChangeArrowheads="1"/>
          </p:cNvSpPr>
          <p:nvPr>
            <p:ph type="title"/>
          </p:nvPr>
        </p:nvSpPr>
        <p:spPr>
          <a:xfrm>
            <a:off x="34925" y="115888"/>
            <a:ext cx="7793038" cy="433387"/>
          </a:xfrm>
        </p:spPr>
        <p:txBody>
          <a:bodyPr/>
          <a:lstStyle/>
          <a:p>
            <a:r>
              <a:rPr lang="en-US" altLang="zh-CN"/>
              <a:t>16.3  DHCP</a:t>
            </a:r>
            <a:r>
              <a:rPr lang="zh-CN" altLang="en-US"/>
              <a:t>的配置</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434" name="内容占位符 2">
            <a:extLst>
              <a:ext uri="{FF2B5EF4-FFF2-40B4-BE49-F238E27FC236}">
                <a16:creationId xmlns:a16="http://schemas.microsoft.com/office/drawing/2014/main" id="{DE2DFD8C-2EEA-14A3-C456-9985279E7407}"/>
              </a:ext>
            </a:extLst>
          </p:cNvPr>
          <p:cNvSpPr>
            <a:spLocks noGrp="1" noChangeArrowheads="1"/>
          </p:cNvSpPr>
          <p:nvPr>
            <p:ph idx="1"/>
          </p:nvPr>
        </p:nvSpPr>
        <p:spPr>
          <a:xfrm>
            <a:off x="4763" y="620713"/>
            <a:ext cx="8775700" cy="5832475"/>
          </a:xfrm>
        </p:spPr>
        <p:txBody>
          <a:bodyPr/>
          <a:lstStyle/>
          <a:p>
            <a:pPr marL="0" indent="0">
              <a:spcBef>
                <a:spcPct val="0"/>
              </a:spcBef>
              <a:spcAft>
                <a:spcPct val="0"/>
              </a:spcAft>
              <a:buFont typeface="Wingdings" panose="05000000000000000000" pitchFamily="2" charset="2"/>
              <a:buNone/>
            </a:pPr>
            <a:r>
              <a:rPr lang="en-US" altLang="zh-CN" sz="2400">
                <a:solidFill>
                  <a:srgbClr val="FF0000"/>
                </a:solidFill>
              </a:rPr>
              <a:t>#</a:t>
            </a:r>
            <a:r>
              <a:rPr lang="zh-CN" altLang="en-US" sz="2400">
                <a:solidFill>
                  <a:srgbClr val="FF0000"/>
                </a:solidFill>
              </a:rPr>
              <a:t>定义最基本子网</a:t>
            </a:r>
          </a:p>
          <a:p>
            <a:pPr marL="0" indent="0">
              <a:spcBef>
                <a:spcPct val="0"/>
              </a:spcBef>
              <a:spcAft>
                <a:spcPct val="0"/>
              </a:spcAft>
              <a:buFont typeface="Wingdings" panose="05000000000000000000" pitchFamily="2" charset="2"/>
              <a:buNone/>
            </a:pPr>
            <a:r>
              <a:rPr lang="en-US" altLang="zh-CN" sz="2400"/>
              <a:t>subnet 10.254.239.0 netmask 255.255.255.224 {</a:t>
            </a:r>
          </a:p>
          <a:p>
            <a:pPr marL="0" indent="0">
              <a:spcBef>
                <a:spcPct val="0"/>
              </a:spcBef>
              <a:spcAft>
                <a:spcPct val="0"/>
              </a:spcAft>
              <a:buFont typeface="Wingdings" panose="05000000000000000000" pitchFamily="2" charset="2"/>
              <a:buNone/>
            </a:pPr>
            <a:r>
              <a:rPr lang="en-US" altLang="zh-CN" sz="2400"/>
              <a:t>  range 10.254.239.10 10.254.239.20;		#</a:t>
            </a:r>
            <a:r>
              <a:rPr lang="zh-CN" altLang="en-US" sz="2400"/>
              <a:t>地址范围</a:t>
            </a:r>
          </a:p>
          <a:p>
            <a:pPr marL="0" indent="0">
              <a:spcBef>
                <a:spcPct val="0"/>
              </a:spcBef>
              <a:spcAft>
                <a:spcPct val="0"/>
              </a:spcAft>
              <a:buFont typeface="Wingdings" panose="05000000000000000000" pitchFamily="2" charset="2"/>
              <a:buNone/>
            </a:pPr>
            <a:r>
              <a:rPr lang="zh-CN" altLang="en-US" sz="2400"/>
              <a:t>  </a:t>
            </a:r>
            <a:r>
              <a:rPr lang="en-US" altLang="zh-CN" sz="2400"/>
              <a:t>option routers rtr-239-0-1.example.org, rtr-239-0-2.example.org; #</a:t>
            </a:r>
            <a:r>
              <a:rPr lang="zh-CN" altLang="en-US" sz="2400"/>
              <a:t>为客户端设置默认网关</a:t>
            </a:r>
          </a:p>
          <a:p>
            <a:pPr marL="0" indent="0">
              <a:spcBef>
                <a:spcPct val="0"/>
              </a:spcBef>
              <a:spcAft>
                <a:spcPct val="0"/>
              </a:spcAft>
              <a:buFont typeface="Wingdings" panose="05000000000000000000" pitchFamily="2" charset="2"/>
              <a:buNone/>
            </a:pPr>
            <a:r>
              <a:rPr lang="en-US" altLang="zh-CN" sz="2400"/>
              <a:t>}</a:t>
            </a:r>
          </a:p>
          <a:p>
            <a:pPr marL="0" indent="0">
              <a:spcBef>
                <a:spcPct val="0"/>
              </a:spcBef>
              <a:spcAft>
                <a:spcPct val="0"/>
              </a:spcAft>
              <a:buFont typeface="Wingdings" panose="05000000000000000000" pitchFamily="2" charset="2"/>
              <a:buNone/>
            </a:pPr>
            <a:r>
              <a:rPr lang="en-US" altLang="zh-CN" sz="2400"/>
              <a:t>#</a:t>
            </a:r>
            <a:r>
              <a:rPr lang="zh-CN" altLang="en-US" sz="2400"/>
              <a:t>为</a:t>
            </a:r>
            <a:r>
              <a:rPr lang="en-US" altLang="zh-CN" sz="2400"/>
              <a:t>BOOTP</a:t>
            </a:r>
            <a:r>
              <a:rPr lang="zh-CN" altLang="en-US" sz="2400"/>
              <a:t>客户端定义动态子网（但不推荐）</a:t>
            </a:r>
          </a:p>
          <a:p>
            <a:pPr marL="0" indent="0">
              <a:spcBef>
                <a:spcPct val="0"/>
              </a:spcBef>
              <a:spcAft>
                <a:spcPct val="0"/>
              </a:spcAft>
              <a:buFont typeface="Wingdings" panose="05000000000000000000" pitchFamily="2" charset="2"/>
              <a:buNone/>
            </a:pPr>
            <a:r>
              <a:rPr lang="en-US" altLang="zh-CN" sz="2400"/>
              <a:t>subnet 10.254.239.32 netmask 255.255.255.224 {</a:t>
            </a:r>
          </a:p>
          <a:p>
            <a:pPr marL="0" indent="0">
              <a:spcBef>
                <a:spcPct val="0"/>
              </a:spcBef>
              <a:spcAft>
                <a:spcPct val="0"/>
              </a:spcAft>
              <a:buFont typeface="Wingdings" panose="05000000000000000000" pitchFamily="2" charset="2"/>
              <a:buNone/>
            </a:pPr>
            <a:r>
              <a:rPr lang="en-US" altLang="zh-CN" sz="2400"/>
              <a:t>  range dynamic-bootp 10.254.239.40 10.254.239.60; 	#</a:t>
            </a:r>
            <a:r>
              <a:rPr lang="zh-CN" altLang="en-US" sz="2400"/>
              <a:t>地址范围</a:t>
            </a:r>
          </a:p>
          <a:p>
            <a:pPr marL="0" indent="0">
              <a:spcBef>
                <a:spcPct val="0"/>
              </a:spcBef>
              <a:spcAft>
                <a:spcPct val="0"/>
              </a:spcAft>
              <a:buFont typeface="Wingdings" panose="05000000000000000000" pitchFamily="2" charset="2"/>
              <a:buNone/>
            </a:pPr>
            <a:r>
              <a:rPr lang="zh-CN" altLang="en-US" sz="2400"/>
              <a:t>  </a:t>
            </a:r>
            <a:r>
              <a:rPr lang="en-US" altLang="zh-CN" sz="2400"/>
              <a:t>option broadcast-address 10.254.239.31;			#</a:t>
            </a:r>
            <a:r>
              <a:rPr lang="zh-CN" altLang="en-US" sz="2400"/>
              <a:t>广播地址</a:t>
            </a:r>
          </a:p>
          <a:p>
            <a:pPr marL="0" indent="0">
              <a:spcBef>
                <a:spcPct val="0"/>
              </a:spcBef>
              <a:spcAft>
                <a:spcPct val="0"/>
              </a:spcAft>
              <a:buFont typeface="Wingdings" panose="05000000000000000000" pitchFamily="2" charset="2"/>
              <a:buNone/>
            </a:pPr>
            <a:r>
              <a:rPr lang="zh-CN" altLang="en-US" sz="2400"/>
              <a:t>  </a:t>
            </a:r>
            <a:r>
              <a:rPr lang="en-US" altLang="zh-CN" sz="2400"/>
              <a:t>option routers rtr-239-32-1.example.org;			#</a:t>
            </a:r>
            <a:r>
              <a:rPr lang="zh-CN" altLang="en-US" sz="2400"/>
              <a:t>默认网关</a:t>
            </a:r>
          </a:p>
          <a:p>
            <a:pPr marL="0" indent="0">
              <a:spcBef>
                <a:spcPct val="0"/>
              </a:spcBef>
              <a:spcAft>
                <a:spcPct val="0"/>
              </a:spcAft>
              <a:buFont typeface="Wingdings" panose="05000000000000000000" pitchFamily="2" charset="2"/>
              <a:buNone/>
            </a:pPr>
            <a:r>
              <a:rPr lang="en-US" altLang="zh-CN" sz="2400"/>
              <a:t>}</a:t>
            </a:r>
          </a:p>
        </p:txBody>
      </p:sp>
      <p:sp>
        <p:nvSpPr>
          <p:cNvPr id="18435" name="标题 1">
            <a:extLst>
              <a:ext uri="{FF2B5EF4-FFF2-40B4-BE49-F238E27FC236}">
                <a16:creationId xmlns:a16="http://schemas.microsoft.com/office/drawing/2014/main" id="{F1FBCD28-6155-5E86-F643-DADDC7C50B99}"/>
              </a:ext>
            </a:extLst>
          </p:cNvPr>
          <p:cNvSpPr>
            <a:spLocks noGrp="1" noChangeArrowheads="1"/>
          </p:cNvSpPr>
          <p:nvPr>
            <p:ph type="title"/>
          </p:nvPr>
        </p:nvSpPr>
        <p:spPr>
          <a:xfrm>
            <a:off x="395288" y="115888"/>
            <a:ext cx="7793037" cy="360362"/>
          </a:xfrm>
        </p:spPr>
        <p:txBody>
          <a:bodyPr/>
          <a:lstStyle/>
          <a:p>
            <a:r>
              <a:rPr lang="en-US" altLang="zh-CN"/>
              <a:t>16.3  DHCP</a:t>
            </a:r>
            <a:r>
              <a:rPr lang="zh-CN" altLang="en-US"/>
              <a:t>的配置</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458" name="内容占位符 2">
            <a:extLst>
              <a:ext uri="{FF2B5EF4-FFF2-40B4-BE49-F238E27FC236}">
                <a16:creationId xmlns:a16="http://schemas.microsoft.com/office/drawing/2014/main" id="{37E48E86-F369-D913-BBD4-923E8203DAE8}"/>
              </a:ext>
            </a:extLst>
          </p:cNvPr>
          <p:cNvSpPr>
            <a:spLocks noGrp="1" noChangeArrowheads="1"/>
          </p:cNvSpPr>
          <p:nvPr>
            <p:ph idx="1"/>
          </p:nvPr>
        </p:nvSpPr>
        <p:spPr>
          <a:xfrm>
            <a:off x="107950" y="584200"/>
            <a:ext cx="8775700" cy="5689600"/>
          </a:xfrm>
        </p:spPr>
        <p:txBody>
          <a:bodyPr/>
          <a:lstStyle/>
          <a:p>
            <a:pPr marL="0" indent="0">
              <a:spcBef>
                <a:spcPct val="0"/>
              </a:spcBef>
              <a:spcAft>
                <a:spcPct val="0"/>
              </a:spcAft>
              <a:buFont typeface="Wingdings" panose="05000000000000000000" pitchFamily="2" charset="2"/>
              <a:buNone/>
            </a:pPr>
            <a:r>
              <a:rPr lang="en-US" altLang="zh-CN">
                <a:solidFill>
                  <a:srgbClr val="FF0000"/>
                </a:solidFill>
              </a:rPr>
              <a:t>#</a:t>
            </a:r>
            <a:r>
              <a:rPr lang="zh-CN" altLang="en-US">
                <a:solidFill>
                  <a:srgbClr val="FF0000"/>
                </a:solidFill>
              </a:rPr>
              <a:t>定义一个内部子网</a:t>
            </a:r>
          </a:p>
          <a:p>
            <a:pPr marL="0" indent="0">
              <a:spcBef>
                <a:spcPct val="0"/>
              </a:spcBef>
              <a:spcAft>
                <a:spcPct val="0"/>
              </a:spcAft>
              <a:buFont typeface="Wingdings" panose="05000000000000000000" pitchFamily="2" charset="2"/>
              <a:buNone/>
            </a:pPr>
            <a:r>
              <a:rPr lang="en-US" altLang="zh-CN"/>
              <a:t>subnet 10.5.5.0 netmask 255.255.255.224 {	#</a:t>
            </a:r>
            <a:r>
              <a:rPr lang="zh-CN" altLang="en-US"/>
              <a:t>定义一个内部子网</a:t>
            </a:r>
          </a:p>
          <a:p>
            <a:pPr marL="0" indent="0">
              <a:spcBef>
                <a:spcPct val="0"/>
              </a:spcBef>
              <a:spcAft>
                <a:spcPct val="0"/>
              </a:spcAft>
              <a:buFont typeface="Wingdings" panose="05000000000000000000" pitchFamily="2" charset="2"/>
              <a:buNone/>
            </a:pPr>
            <a:r>
              <a:rPr lang="zh-CN" altLang="en-US"/>
              <a:t>  </a:t>
            </a:r>
            <a:r>
              <a:rPr lang="en-US" altLang="zh-CN"/>
              <a:t>range 10.5.5.26 10.5.5.30;				#</a:t>
            </a:r>
            <a:r>
              <a:rPr lang="zh-CN" altLang="en-US"/>
              <a:t>地址范围</a:t>
            </a:r>
          </a:p>
          <a:p>
            <a:pPr marL="0" indent="0">
              <a:spcBef>
                <a:spcPct val="0"/>
              </a:spcBef>
              <a:spcAft>
                <a:spcPct val="0"/>
              </a:spcAft>
              <a:buFont typeface="Wingdings" panose="05000000000000000000" pitchFamily="2" charset="2"/>
              <a:buNone/>
            </a:pPr>
            <a:r>
              <a:rPr lang="zh-CN" altLang="en-US"/>
              <a:t>  </a:t>
            </a:r>
            <a:r>
              <a:rPr lang="en-US" altLang="zh-CN"/>
              <a:t>option domain-name-servers ns1.internal.example.org;	#DNS</a:t>
            </a:r>
          </a:p>
          <a:p>
            <a:pPr marL="0" indent="0">
              <a:spcBef>
                <a:spcPct val="0"/>
              </a:spcBef>
              <a:spcAft>
                <a:spcPct val="0"/>
              </a:spcAft>
              <a:buFont typeface="Wingdings" panose="05000000000000000000" pitchFamily="2" charset="2"/>
              <a:buNone/>
            </a:pPr>
            <a:r>
              <a:rPr lang="en-US" altLang="zh-CN"/>
              <a:t>  option domain-name "internal.example.org";#</a:t>
            </a:r>
            <a:r>
              <a:rPr lang="zh-CN" altLang="en-US"/>
              <a:t>所在域名</a:t>
            </a:r>
          </a:p>
          <a:p>
            <a:pPr marL="0" indent="0">
              <a:spcBef>
                <a:spcPct val="0"/>
              </a:spcBef>
              <a:spcAft>
                <a:spcPct val="0"/>
              </a:spcAft>
              <a:buFont typeface="Wingdings" panose="05000000000000000000" pitchFamily="2" charset="2"/>
              <a:buNone/>
            </a:pPr>
            <a:r>
              <a:rPr lang="zh-CN" altLang="en-US"/>
              <a:t>  </a:t>
            </a:r>
            <a:r>
              <a:rPr lang="en-US" altLang="zh-CN"/>
              <a:t>option routers 10.5.5.1;				#</a:t>
            </a:r>
            <a:r>
              <a:rPr lang="zh-CN" altLang="en-US"/>
              <a:t>路由器</a:t>
            </a:r>
          </a:p>
          <a:p>
            <a:pPr marL="0" indent="0">
              <a:spcBef>
                <a:spcPct val="0"/>
              </a:spcBef>
              <a:spcAft>
                <a:spcPct val="0"/>
              </a:spcAft>
              <a:buFont typeface="Wingdings" panose="05000000000000000000" pitchFamily="2" charset="2"/>
              <a:buNone/>
            </a:pPr>
            <a:r>
              <a:rPr lang="zh-CN" altLang="en-US"/>
              <a:t>  </a:t>
            </a:r>
            <a:r>
              <a:rPr lang="en-US" altLang="zh-CN"/>
              <a:t>option broadcast-address 10.5.5.31;			#</a:t>
            </a:r>
            <a:r>
              <a:rPr lang="zh-CN" altLang="en-US"/>
              <a:t>广播地址</a:t>
            </a:r>
          </a:p>
          <a:p>
            <a:pPr marL="0" indent="0">
              <a:spcBef>
                <a:spcPct val="0"/>
              </a:spcBef>
              <a:spcAft>
                <a:spcPct val="0"/>
              </a:spcAft>
              <a:buFont typeface="Wingdings" panose="05000000000000000000" pitchFamily="2" charset="2"/>
              <a:buNone/>
            </a:pPr>
            <a:r>
              <a:rPr lang="zh-CN" altLang="en-US"/>
              <a:t>  </a:t>
            </a:r>
            <a:r>
              <a:rPr lang="en-US" altLang="zh-CN"/>
              <a:t>default-lease-time 600;				#</a:t>
            </a:r>
            <a:r>
              <a:rPr lang="zh-CN" altLang="en-US"/>
              <a:t>默认地址租期</a:t>
            </a:r>
          </a:p>
          <a:p>
            <a:pPr marL="0" indent="0">
              <a:spcBef>
                <a:spcPct val="0"/>
              </a:spcBef>
              <a:spcAft>
                <a:spcPct val="0"/>
              </a:spcAft>
              <a:buFont typeface="Wingdings" panose="05000000000000000000" pitchFamily="2" charset="2"/>
              <a:buNone/>
            </a:pPr>
            <a:r>
              <a:rPr lang="zh-CN" altLang="en-US"/>
              <a:t>  </a:t>
            </a:r>
            <a:r>
              <a:rPr lang="en-US" altLang="zh-CN"/>
              <a:t>max-lease-time 7200;			#</a:t>
            </a:r>
            <a:r>
              <a:rPr lang="zh-CN" altLang="en-US"/>
              <a:t>最长地址租期</a:t>
            </a:r>
          </a:p>
          <a:p>
            <a:pPr marL="0" indent="0">
              <a:spcBef>
                <a:spcPct val="0"/>
              </a:spcBef>
              <a:spcAft>
                <a:spcPct val="0"/>
              </a:spcAft>
              <a:buFont typeface="Wingdings" panose="05000000000000000000" pitchFamily="2" charset="2"/>
              <a:buNone/>
            </a:pPr>
            <a:r>
              <a:rPr lang="en-US" altLang="zh-CN"/>
              <a:t>}</a:t>
            </a:r>
          </a:p>
        </p:txBody>
      </p:sp>
      <p:sp>
        <p:nvSpPr>
          <p:cNvPr id="19459" name="标题 1">
            <a:extLst>
              <a:ext uri="{FF2B5EF4-FFF2-40B4-BE49-F238E27FC236}">
                <a16:creationId xmlns:a16="http://schemas.microsoft.com/office/drawing/2014/main" id="{FEC05481-662D-D8CA-3576-66C832F44683}"/>
              </a:ext>
            </a:extLst>
          </p:cNvPr>
          <p:cNvSpPr>
            <a:spLocks noGrp="1" noChangeArrowheads="1"/>
          </p:cNvSpPr>
          <p:nvPr>
            <p:ph type="title"/>
          </p:nvPr>
        </p:nvSpPr>
        <p:spPr>
          <a:xfrm>
            <a:off x="107950" y="34925"/>
            <a:ext cx="7793038" cy="549275"/>
          </a:xfrm>
        </p:spPr>
        <p:txBody>
          <a:bodyPr/>
          <a:lstStyle/>
          <a:p>
            <a:r>
              <a:rPr lang="en-US" altLang="zh-CN"/>
              <a:t>16.3  DHCP</a:t>
            </a:r>
            <a:r>
              <a:rPr lang="zh-CN" altLang="en-US"/>
              <a:t>的配置</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482" name="内容占位符 2">
            <a:extLst>
              <a:ext uri="{FF2B5EF4-FFF2-40B4-BE49-F238E27FC236}">
                <a16:creationId xmlns:a16="http://schemas.microsoft.com/office/drawing/2014/main" id="{6314FC58-6F81-41EF-8A2B-F25565A9A6B2}"/>
              </a:ext>
            </a:extLst>
          </p:cNvPr>
          <p:cNvSpPr>
            <a:spLocks noGrp="1" noChangeArrowheads="1"/>
          </p:cNvSpPr>
          <p:nvPr>
            <p:ph idx="1"/>
          </p:nvPr>
        </p:nvSpPr>
        <p:spPr>
          <a:xfrm>
            <a:off x="34925" y="595313"/>
            <a:ext cx="8964613" cy="5857875"/>
          </a:xfrm>
        </p:spPr>
        <p:txBody>
          <a:bodyPr/>
          <a:lstStyle/>
          <a:p>
            <a:pPr marL="0" indent="0">
              <a:spcBef>
                <a:spcPct val="0"/>
              </a:spcBef>
              <a:spcAft>
                <a:spcPct val="0"/>
              </a:spcAft>
              <a:buFont typeface="Wingdings" panose="05000000000000000000" pitchFamily="2" charset="2"/>
              <a:buNone/>
            </a:pPr>
            <a:r>
              <a:rPr lang="en-US" altLang="zh-CN" sz="2200"/>
              <a:t>#</a:t>
            </a:r>
            <a:r>
              <a:rPr lang="zh-CN" altLang="en-US" sz="2200">
                <a:solidFill>
                  <a:srgbClr val="FF0000"/>
                </a:solidFill>
              </a:rPr>
              <a:t>定义有特殊设置的主机</a:t>
            </a:r>
          </a:p>
          <a:p>
            <a:pPr marL="0" indent="0">
              <a:spcBef>
                <a:spcPct val="0"/>
              </a:spcBef>
              <a:spcAft>
                <a:spcPct val="0"/>
              </a:spcAft>
              <a:buFont typeface="Wingdings" panose="05000000000000000000" pitchFamily="2" charset="2"/>
              <a:buNone/>
            </a:pPr>
            <a:r>
              <a:rPr lang="en-US" altLang="zh-CN" sz="2200"/>
              <a:t>#</a:t>
            </a:r>
            <a:r>
              <a:rPr lang="zh-CN" altLang="en-US" sz="2200"/>
              <a:t>有特殊要求主机的特殊设置，应该写在</a:t>
            </a:r>
            <a:r>
              <a:rPr lang="en-US" altLang="zh-CN" sz="2200"/>
              <a:t>host</a:t>
            </a:r>
            <a:r>
              <a:rPr lang="zh-CN" altLang="en-US" sz="2200"/>
              <a:t>语句中，若没有指定地址的话将会自动分配</a:t>
            </a:r>
          </a:p>
          <a:p>
            <a:pPr marL="0" indent="0">
              <a:spcBef>
                <a:spcPct val="0"/>
              </a:spcBef>
              <a:spcAft>
                <a:spcPct val="0"/>
              </a:spcAft>
              <a:buFont typeface="Wingdings" panose="05000000000000000000" pitchFamily="2" charset="2"/>
              <a:buNone/>
            </a:pPr>
            <a:r>
              <a:rPr lang="en-US" altLang="zh-CN" sz="2200"/>
              <a:t>#</a:t>
            </a:r>
            <a:r>
              <a:rPr lang="zh-CN" altLang="en-US" sz="2200"/>
              <a:t>但是特殊设置将来自本</a:t>
            </a:r>
            <a:r>
              <a:rPr lang="en-US" altLang="zh-CN" sz="2200"/>
              <a:t>host</a:t>
            </a:r>
            <a:r>
              <a:rPr lang="zh-CN" altLang="en-US" sz="2200"/>
              <a:t>定义</a:t>
            </a:r>
            <a:endParaRPr lang="en-US" altLang="zh-CN" sz="2200"/>
          </a:p>
          <a:p>
            <a:pPr marL="0" indent="0">
              <a:spcBef>
                <a:spcPct val="0"/>
              </a:spcBef>
              <a:spcAft>
                <a:spcPct val="0"/>
              </a:spcAft>
              <a:buFont typeface="Wingdings" panose="05000000000000000000" pitchFamily="2" charset="2"/>
              <a:buNone/>
            </a:pPr>
            <a:r>
              <a:rPr lang="en-US" altLang="zh-CN" sz="2200"/>
              <a:t>host passacaglia { 			#</a:t>
            </a:r>
            <a:r>
              <a:rPr lang="zh-CN" altLang="en-US" sz="2200"/>
              <a:t>定义特殊设置的主机</a:t>
            </a:r>
          </a:p>
          <a:p>
            <a:pPr marL="0" indent="0">
              <a:spcBef>
                <a:spcPct val="0"/>
              </a:spcBef>
              <a:spcAft>
                <a:spcPct val="0"/>
              </a:spcAft>
              <a:buFont typeface="Wingdings" panose="05000000000000000000" pitchFamily="2" charset="2"/>
              <a:buNone/>
            </a:pPr>
            <a:r>
              <a:rPr lang="zh-CN" altLang="en-US" sz="2200"/>
              <a:t>  </a:t>
            </a:r>
            <a:r>
              <a:rPr lang="en-US" altLang="zh-CN" sz="2200"/>
              <a:t>hardware ethernet 0:0:c0:5d:bd:95; 	#</a:t>
            </a:r>
            <a:r>
              <a:rPr lang="zh-CN" altLang="en-US" sz="2200"/>
              <a:t>客户的</a:t>
            </a:r>
            <a:r>
              <a:rPr lang="en-US" altLang="zh-CN" sz="2200"/>
              <a:t>MAC</a:t>
            </a:r>
            <a:r>
              <a:rPr lang="zh-CN" altLang="en-US" sz="2200"/>
              <a:t>地址</a:t>
            </a:r>
          </a:p>
          <a:p>
            <a:pPr marL="0" indent="0">
              <a:spcBef>
                <a:spcPct val="0"/>
              </a:spcBef>
              <a:spcAft>
                <a:spcPct val="0"/>
              </a:spcAft>
              <a:buFont typeface="Wingdings" panose="05000000000000000000" pitchFamily="2" charset="2"/>
              <a:buNone/>
            </a:pPr>
            <a:r>
              <a:rPr lang="zh-CN" altLang="en-US" sz="2200"/>
              <a:t>  </a:t>
            </a:r>
            <a:r>
              <a:rPr lang="en-US" altLang="zh-CN" sz="2200"/>
              <a:t>filename "vmunix.passacaglia";#</a:t>
            </a:r>
            <a:r>
              <a:rPr lang="zh-CN" altLang="en-US" sz="2200"/>
              <a:t>指定客户端启动要载入的初始启动文件</a:t>
            </a:r>
          </a:p>
          <a:p>
            <a:pPr marL="0" indent="0">
              <a:spcBef>
                <a:spcPct val="0"/>
              </a:spcBef>
              <a:spcAft>
                <a:spcPct val="0"/>
              </a:spcAft>
              <a:buFont typeface="Wingdings" panose="05000000000000000000" pitchFamily="2" charset="2"/>
              <a:buNone/>
            </a:pPr>
            <a:r>
              <a:rPr lang="zh-CN" altLang="en-US" sz="2200"/>
              <a:t>  </a:t>
            </a:r>
            <a:r>
              <a:rPr lang="en-US" altLang="zh-CN" sz="2200"/>
              <a:t>server-name "toccata.fugue.com";		#</a:t>
            </a:r>
            <a:r>
              <a:rPr lang="zh-CN" altLang="en-US" sz="2200"/>
              <a:t>服务器主机名</a:t>
            </a:r>
          </a:p>
          <a:p>
            <a:pPr marL="0" indent="0">
              <a:spcBef>
                <a:spcPct val="0"/>
              </a:spcBef>
              <a:spcAft>
                <a:spcPct val="0"/>
              </a:spcAft>
              <a:buFont typeface="Wingdings" panose="05000000000000000000" pitchFamily="2" charset="2"/>
              <a:buNone/>
            </a:pPr>
            <a:r>
              <a:rPr lang="en-US" altLang="zh-CN" sz="2200"/>
              <a:t>}</a:t>
            </a:r>
          </a:p>
          <a:p>
            <a:pPr marL="0" indent="0">
              <a:spcBef>
                <a:spcPct val="0"/>
              </a:spcBef>
              <a:spcAft>
                <a:spcPct val="0"/>
              </a:spcAft>
              <a:buFont typeface="Wingdings" panose="05000000000000000000" pitchFamily="2" charset="2"/>
              <a:buNone/>
            </a:pPr>
            <a:r>
              <a:rPr lang="en-US" altLang="zh-CN" sz="2200"/>
              <a:t>#</a:t>
            </a:r>
            <a:r>
              <a:rPr lang="zh-CN" altLang="en-US" sz="2200"/>
              <a:t>定义固定</a:t>
            </a:r>
            <a:r>
              <a:rPr lang="en-US" altLang="zh-CN" sz="2200"/>
              <a:t>IP</a:t>
            </a:r>
            <a:r>
              <a:rPr lang="zh-CN" altLang="en-US" sz="2200"/>
              <a:t>的主机，具有固定地址的主机可以从</a:t>
            </a:r>
            <a:r>
              <a:rPr lang="en-US" altLang="zh-CN" sz="2200"/>
              <a:t>BOOTP</a:t>
            </a:r>
            <a:r>
              <a:rPr lang="zh-CN" altLang="en-US" sz="2200"/>
              <a:t>或</a:t>
            </a:r>
            <a:r>
              <a:rPr lang="en-US" altLang="zh-CN" sz="2200"/>
              <a:t>DHCP</a:t>
            </a:r>
            <a:r>
              <a:rPr lang="zh-CN" altLang="en-US" sz="2200"/>
              <a:t>启动</a:t>
            </a:r>
          </a:p>
          <a:p>
            <a:pPr marL="0" indent="0">
              <a:spcBef>
                <a:spcPct val="0"/>
              </a:spcBef>
              <a:spcAft>
                <a:spcPct val="0"/>
              </a:spcAft>
              <a:buFont typeface="Wingdings" panose="05000000000000000000" pitchFamily="2" charset="2"/>
              <a:buNone/>
            </a:pPr>
            <a:r>
              <a:rPr lang="en-US" altLang="zh-CN" sz="2200"/>
              <a:t>#</a:t>
            </a:r>
            <a:r>
              <a:rPr lang="zh-CN" altLang="en-US" sz="2200"/>
              <a:t>但具有非固定地址的主机只能从</a:t>
            </a:r>
            <a:r>
              <a:rPr lang="en-US" altLang="zh-CN" sz="2200"/>
              <a:t>DHCP</a:t>
            </a:r>
            <a:r>
              <a:rPr lang="zh-CN" altLang="en-US" sz="2200"/>
              <a:t>启动，除非有某种特殊情况</a:t>
            </a:r>
          </a:p>
          <a:p>
            <a:pPr marL="0" indent="0">
              <a:spcBef>
                <a:spcPct val="0"/>
              </a:spcBef>
              <a:spcAft>
                <a:spcPct val="0"/>
              </a:spcAft>
              <a:buFont typeface="Wingdings" panose="05000000000000000000" pitchFamily="2" charset="2"/>
              <a:buNone/>
            </a:pPr>
            <a:r>
              <a:rPr lang="en-US" altLang="zh-CN" sz="2200"/>
              <a:t>host fantasia {</a:t>
            </a:r>
          </a:p>
          <a:p>
            <a:pPr marL="0" indent="0">
              <a:spcBef>
                <a:spcPct val="0"/>
              </a:spcBef>
              <a:spcAft>
                <a:spcPct val="0"/>
              </a:spcAft>
              <a:buFont typeface="Wingdings" panose="05000000000000000000" pitchFamily="2" charset="2"/>
              <a:buNone/>
            </a:pPr>
            <a:r>
              <a:rPr lang="en-US" altLang="zh-CN" sz="2200"/>
              <a:t>  hardware ethernet 08:00:07:26:c0:a5;	#</a:t>
            </a:r>
            <a:r>
              <a:rPr lang="zh-CN" altLang="en-US" sz="2200"/>
              <a:t>客户端</a:t>
            </a:r>
            <a:r>
              <a:rPr lang="en-US" altLang="zh-CN" sz="2200"/>
              <a:t>MAC</a:t>
            </a:r>
          </a:p>
          <a:p>
            <a:pPr marL="0" indent="0">
              <a:spcBef>
                <a:spcPct val="0"/>
              </a:spcBef>
              <a:spcAft>
                <a:spcPct val="0"/>
              </a:spcAft>
              <a:buFont typeface="Wingdings" panose="05000000000000000000" pitchFamily="2" charset="2"/>
              <a:buNone/>
            </a:pPr>
            <a:r>
              <a:rPr lang="en-US" altLang="zh-CN" sz="2200"/>
              <a:t>  fixed-address fantasia.fugue.com; 	#</a:t>
            </a:r>
            <a:r>
              <a:rPr lang="zh-CN" altLang="en-US" sz="2200"/>
              <a:t>对此</a:t>
            </a:r>
            <a:r>
              <a:rPr lang="en-US" altLang="zh-CN" sz="2200"/>
              <a:t>MAC</a:t>
            </a:r>
            <a:r>
              <a:rPr lang="zh-CN" altLang="en-US" sz="2200"/>
              <a:t>分配固定的</a:t>
            </a:r>
            <a:r>
              <a:rPr lang="en-US" altLang="zh-CN" sz="2200"/>
              <a:t>IP</a:t>
            </a:r>
            <a:r>
              <a:rPr lang="zh-CN" altLang="en-US" sz="2200"/>
              <a:t>地址</a:t>
            </a:r>
          </a:p>
          <a:p>
            <a:pPr marL="0" indent="0">
              <a:spcBef>
                <a:spcPct val="0"/>
              </a:spcBef>
              <a:spcAft>
                <a:spcPct val="0"/>
              </a:spcAft>
              <a:buFont typeface="Wingdings" panose="05000000000000000000" pitchFamily="2" charset="2"/>
              <a:buNone/>
            </a:pPr>
            <a:r>
              <a:rPr lang="en-US" altLang="zh-CN" sz="2200"/>
              <a:t>}</a:t>
            </a:r>
          </a:p>
        </p:txBody>
      </p:sp>
      <p:sp>
        <p:nvSpPr>
          <p:cNvPr id="20483" name="标题 1">
            <a:extLst>
              <a:ext uri="{FF2B5EF4-FFF2-40B4-BE49-F238E27FC236}">
                <a16:creationId xmlns:a16="http://schemas.microsoft.com/office/drawing/2014/main" id="{514F6F50-35CB-BBB5-DBB9-E095264B0687}"/>
              </a:ext>
            </a:extLst>
          </p:cNvPr>
          <p:cNvSpPr>
            <a:spLocks noGrp="1" noChangeArrowheads="1"/>
          </p:cNvSpPr>
          <p:nvPr>
            <p:ph type="title"/>
          </p:nvPr>
        </p:nvSpPr>
        <p:spPr>
          <a:xfrm>
            <a:off x="107950" y="44450"/>
            <a:ext cx="7793038" cy="550863"/>
          </a:xfrm>
        </p:spPr>
        <p:txBody>
          <a:bodyPr/>
          <a:lstStyle/>
          <a:p>
            <a:r>
              <a:rPr lang="en-US" altLang="zh-CN"/>
              <a:t>16.3  DHCP</a:t>
            </a:r>
            <a:r>
              <a:rPr lang="zh-CN" altLang="en-US"/>
              <a:t>的配置</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506" name="内容占位符 2">
            <a:extLst>
              <a:ext uri="{FF2B5EF4-FFF2-40B4-BE49-F238E27FC236}">
                <a16:creationId xmlns:a16="http://schemas.microsoft.com/office/drawing/2014/main" id="{7F6BDFE8-E537-7B88-6903-A12B5CE932EF}"/>
              </a:ext>
            </a:extLst>
          </p:cNvPr>
          <p:cNvSpPr>
            <a:spLocks noGrp="1" noChangeArrowheads="1"/>
          </p:cNvSpPr>
          <p:nvPr>
            <p:ph idx="1"/>
          </p:nvPr>
        </p:nvSpPr>
        <p:spPr>
          <a:xfrm>
            <a:off x="179388" y="549275"/>
            <a:ext cx="8775700" cy="5832475"/>
          </a:xfrm>
        </p:spPr>
        <p:txBody>
          <a:bodyPr/>
          <a:lstStyle/>
          <a:p>
            <a:pPr marL="0" indent="0">
              <a:spcBef>
                <a:spcPct val="0"/>
              </a:spcBef>
              <a:spcAft>
                <a:spcPct val="0"/>
              </a:spcAft>
              <a:buFont typeface="Wingdings" panose="05000000000000000000" pitchFamily="2" charset="2"/>
              <a:buNone/>
            </a:pPr>
            <a:r>
              <a:rPr lang="en-US" altLang="zh-CN"/>
              <a:t> subnet 10.0.29.0 netmask 255.255.255.0 { 	#</a:t>
            </a:r>
            <a:r>
              <a:rPr lang="zh-CN" altLang="en-US"/>
              <a:t>其他使用</a:t>
            </a:r>
            <a:r>
              <a:rPr lang="en-US" altLang="zh-CN"/>
              <a:t>10.0.29/24</a:t>
            </a:r>
            <a:r>
              <a:rPr lang="zh-CN" altLang="en-US"/>
              <a:t>者</a:t>
            </a:r>
          </a:p>
          <a:p>
            <a:pPr marL="0" indent="0">
              <a:spcBef>
                <a:spcPct val="0"/>
              </a:spcBef>
              <a:spcAft>
                <a:spcPct val="0"/>
              </a:spcAft>
              <a:buFont typeface="Wingdings" panose="05000000000000000000" pitchFamily="2" charset="2"/>
              <a:buNone/>
            </a:pPr>
            <a:r>
              <a:rPr lang="zh-CN" altLang="en-US"/>
              <a:t>    </a:t>
            </a:r>
            <a:r>
              <a:rPr lang="en-US" altLang="zh-CN"/>
              <a:t>option routers rtr-29.example.org;</a:t>
            </a:r>
          </a:p>
          <a:p>
            <a:pPr marL="0" indent="0">
              <a:spcBef>
                <a:spcPct val="0"/>
              </a:spcBef>
              <a:spcAft>
                <a:spcPct val="0"/>
              </a:spcAft>
              <a:buFont typeface="Wingdings" panose="05000000000000000000" pitchFamily="2" charset="2"/>
              <a:buNone/>
            </a:pPr>
            <a:r>
              <a:rPr lang="en-US" altLang="zh-CN"/>
              <a:t>  }</a:t>
            </a:r>
          </a:p>
          <a:p>
            <a:pPr marL="0" indent="0">
              <a:spcBef>
                <a:spcPct val="0"/>
              </a:spcBef>
              <a:spcAft>
                <a:spcPct val="0"/>
              </a:spcAft>
              <a:buFont typeface="Wingdings" panose="05000000000000000000" pitchFamily="2" charset="2"/>
              <a:buNone/>
            </a:pPr>
            <a:r>
              <a:rPr lang="en-US" altLang="zh-CN"/>
              <a:t>  pool {		#</a:t>
            </a:r>
            <a:r>
              <a:rPr lang="zh-CN" altLang="en-US"/>
              <a:t>地址池</a:t>
            </a:r>
          </a:p>
          <a:p>
            <a:pPr marL="0" indent="0">
              <a:spcBef>
                <a:spcPct val="0"/>
              </a:spcBef>
              <a:spcAft>
                <a:spcPct val="0"/>
              </a:spcAft>
              <a:buFont typeface="Wingdings" panose="05000000000000000000" pitchFamily="2" charset="2"/>
              <a:buNone/>
            </a:pPr>
            <a:r>
              <a:rPr lang="zh-CN" altLang="en-US"/>
              <a:t>    </a:t>
            </a:r>
            <a:r>
              <a:rPr lang="en-US" altLang="zh-CN"/>
              <a:t>allow members of "foo";		#</a:t>
            </a:r>
            <a:r>
              <a:rPr lang="zh-CN" altLang="en-US"/>
              <a:t>允许</a:t>
            </a:r>
            <a:r>
              <a:rPr lang="en-US" altLang="zh-CN"/>
              <a:t>foo</a:t>
            </a:r>
            <a:r>
              <a:rPr lang="zh-CN" altLang="en-US"/>
              <a:t>类中成员</a:t>
            </a:r>
          </a:p>
          <a:p>
            <a:pPr marL="0" indent="0">
              <a:spcBef>
                <a:spcPct val="0"/>
              </a:spcBef>
              <a:spcAft>
                <a:spcPct val="0"/>
              </a:spcAft>
              <a:buFont typeface="Wingdings" panose="05000000000000000000" pitchFamily="2" charset="2"/>
              <a:buNone/>
            </a:pPr>
            <a:r>
              <a:rPr lang="zh-CN" altLang="en-US"/>
              <a:t>    </a:t>
            </a:r>
            <a:r>
              <a:rPr lang="en-US" altLang="zh-CN"/>
              <a:t>range 10.17.224.10 10.17.224.250;</a:t>
            </a:r>
          </a:p>
          <a:p>
            <a:pPr marL="0" indent="0">
              <a:spcBef>
                <a:spcPct val="0"/>
              </a:spcBef>
              <a:spcAft>
                <a:spcPct val="0"/>
              </a:spcAft>
              <a:buFont typeface="Wingdings" panose="05000000000000000000" pitchFamily="2" charset="2"/>
              <a:buNone/>
            </a:pPr>
            <a:r>
              <a:rPr lang="en-US" altLang="zh-CN"/>
              <a:t>  }</a:t>
            </a:r>
          </a:p>
          <a:p>
            <a:pPr marL="0" indent="0">
              <a:spcBef>
                <a:spcPct val="0"/>
              </a:spcBef>
              <a:spcAft>
                <a:spcPct val="0"/>
              </a:spcAft>
              <a:buFont typeface="Wingdings" panose="05000000000000000000" pitchFamily="2" charset="2"/>
              <a:buNone/>
            </a:pPr>
            <a:r>
              <a:rPr lang="en-US" altLang="zh-CN"/>
              <a:t>  pool {					#</a:t>
            </a:r>
            <a:r>
              <a:rPr lang="zh-CN" altLang="en-US"/>
              <a:t>地址池</a:t>
            </a:r>
          </a:p>
          <a:p>
            <a:pPr marL="0" indent="0">
              <a:spcBef>
                <a:spcPct val="0"/>
              </a:spcBef>
              <a:spcAft>
                <a:spcPct val="0"/>
              </a:spcAft>
              <a:buFont typeface="Wingdings" panose="05000000000000000000" pitchFamily="2" charset="2"/>
              <a:buNone/>
            </a:pPr>
            <a:r>
              <a:rPr lang="zh-CN" altLang="en-US"/>
              <a:t>    </a:t>
            </a:r>
            <a:r>
              <a:rPr lang="en-US" altLang="zh-CN"/>
              <a:t>deny members of "foo";			#</a:t>
            </a:r>
            <a:r>
              <a:rPr lang="zh-CN" altLang="en-US"/>
              <a:t>拒绝</a:t>
            </a:r>
            <a:r>
              <a:rPr lang="en-US" altLang="zh-CN"/>
              <a:t>foo</a:t>
            </a:r>
            <a:r>
              <a:rPr lang="zh-CN" altLang="en-US"/>
              <a:t>类中成员</a:t>
            </a:r>
          </a:p>
          <a:p>
            <a:pPr marL="0" indent="0">
              <a:spcBef>
                <a:spcPct val="0"/>
              </a:spcBef>
              <a:spcAft>
                <a:spcPct val="0"/>
              </a:spcAft>
              <a:buFont typeface="Wingdings" panose="05000000000000000000" pitchFamily="2" charset="2"/>
              <a:buNone/>
            </a:pPr>
            <a:r>
              <a:rPr lang="zh-CN" altLang="en-US"/>
              <a:t>    </a:t>
            </a:r>
            <a:r>
              <a:rPr lang="en-US" altLang="zh-CN"/>
              <a:t>range 10.0.29.10 10.0.29.230;</a:t>
            </a:r>
          </a:p>
          <a:p>
            <a:pPr marL="0" indent="0">
              <a:spcBef>
                <a:spcPct val="0"/>
              </a:spcBef>
              <a:spcAft>
                <a:spcPct val="0"/>
              </a:spcAft>
              <a:buFont typeface="Wingdings" panose="05000000000000000000" pitchFamily="2" charset="2"/>
              <a:buNone/>
            </a:pPr>
            <a:r>
              <a:rPr lang="en-US" altLang="zh-CN"/>
              <a:t>  }</a:t>
            </a:r>
          </a:p>
          <a:p>
            <a:pPr marL="0" indent="0">
              <a:spcBef>
                <a:spcPct val="0"/>
              </a:spcBef>
              <a:spcAft>
                <a:spcPct val="0"/>
              </a:spcAft>
              <a:buFont typeface="Wingdings" panose="05000000000000000000" pitchFamily="2" charset="2"/>
              <a:buNone/>
            </a:pPr>
            <a:r>
              <a:rPr lang="en-US" altLang="zh-CN"/>
              <a:t>}</a:t>
            </a:r>
            <a:endParaRPr lang="zh-CN" altLang="en-US"/>
          </a:p>
        </p:txBody>
      </p:sp>
      <p:sp>
        <p:nvSpPr>
          <p:cNvPr id="21507" name="标题 1">
            <a:extLst>
              <a:ext uri="{FF2B5EF4-FFF2-40B4-BE49-F238E27FC236}">
                <a16:creationId xmlns:a16="http://schemas.microsoft.com/office/drawing/2014/main" id="{11CC5EA1-3441-FD4E-8BA1-F227E70C593D}"/>
              </a:ext>
            </a:extLst>
          </p:cNvPr>
          <p:cNvSpPr>
            <a:spLocks noGrp="1" noChangeArrowheads="1"/>
          </p:cNvSpPr>
          <p:nvPr>
            <p:ph type="title"/>
          </p:nvPr>
        </p:nvSpPr>
        <p:spPr>
          <a:xfrm>
            <a:off x="20638" y="44450"/>
            <a:ext cx="7793037" cy="550863"/>
          </a:xfrm>
        </p:spPr>
        <p:txBody>
          <a:bodyPr/>
          <a:lstStyle/>
          <a:p>
            <a:r>
              <a:rPr lang="en-US" altLang="zh-CN"/>
              <a:t>16.3  DHCP</a:t>
            </a:r>
            <a:r>
              <a:rPr lang="zh-CN" altLang="en-US"/>
              <a:t>的配置</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9" name="内容占位符 2">
            <a:extLst>
              <a:ext uri="{FF2B5EF4-FFF2-40B4-BE49-F238E27FC236}">
                <a16:creationId xmlns:a16="http://schemas.microsoft.com/office/drawing/2014/main" id="{019C02A7-780F-62DB-4F88-527F472C409D}"/>
              </a:ext>
            </a:extLst>
          </p:cNvPr>
          <p:cNvSpPr>
            <a:spLocks noGrp="1" noChangeArrowheads="1"/>
          </p:cNvSpPr>
          <p:nvPr>
            <p:ph idx="1"/>
          </p:nvPr>
        </p:nvSpPr>
        <p:spPr>
          <a:xfrm>
            <a:off x="179388" y="522288"/>
            <a:ext cx="8775700" cy="1970087"/>
          </a:xfrm>
        </p:spPr>
        <p:txBody>
          <a:bodyPr/>
          <a:lstStyle/>
          <a:p>
            <a:pPr>
              <a:spcBef>
                <a:spcPts val="0"/>
              </a:spcBef>
              <a:spcAft>
                <a:spcPts val="0"/>
              </a:spcAft>
              <a:defRPr/>
            </a:pPr>
            <a:r>
              <a:rPr lang="en-US" altLang="zh-CN" dirty="0"/>
              <a:t>16.3.2  </a:t>
            </a:r>
            <a:r>
              <a:rPr lang="zh-CN" altLang="en-US" dirty="0"/>
              <a:t>配置文件中的</a:t>
            </a:r>
            <a:r>
              <a:rPr lang="zh-CN" altLang="en-US" dirty="0">
                <a:solidFill>
                  <a:srgbClr val="FF0000"/>
                </a:solidFill>
              </a:rPr>
              <a:t>定义、参数和选项及意义</a:t>
            </a:r>
          </a:p>
          <a:p>
            <a:pPr>
              <a:spcBef>
                <a:spcPts val="0"/>
              </a:spcBef>
              <a:spcAft>
                <a:spcPts val="0"/>
              </a:spcAft>
              <a:defRPr/>
            </a:pPr>
            <a:r>
              <a:rPr lang="en-US" altLang="zh-CN" dirty="0"/>
              <a:t>1</a:t>
            </a:r>
            <a:r>
              <a:rPr lang="zh-CN" altLang="en-US" dirty="0"/>
              <a:t>．定义</a:t>
            </a:r>
          </a:p>
          <a:p>
            <a:pPr>
              <a:spcBef>
                <a:spcPts val="0"/>
              </a:spcBef>
              <a:spcAft>
                <a:spcPts val="0"/>
              </a:spcAft>
              <a:defRPr/>
            </a:pPr>
            <a:r>
              <a:rPr lang="zh-CN" altLang="en-US" dirty="0"/>
              <a:t>定义也叫声明，用于定义网络布局、提供给客户端的</a:t>
            </a:r>
            <a:r>
              <a:rPr lang="en-US" altLang="zh-CN" dirty="0"/>
              <a:t>IP</a:t>
            </a:r>
            <a:r>
              <a:rPr lang="zh-CN" altLang="en-US" dirty="0"/>
              <a:t>地址等，表</a:t>
            </a:r>
            <a:r>
              <a:rPr lang="en-US" altLang="zh-CN" dirty="0"/>
              <a:t>16-1</a:t>
            </a:r>
            <a:r>
              <a:rPr lang="zh-CN" altLang="en-US" dirty="0"/>
              <a:t>给出了常用的定义及其解释。</a:t>
            </a:r>
          </a:p>
          <a:p>
            <a:pPr marL="0" indent="0">
              <a:spcBef>
                <a:spcPts val="0"/>
              </a:spcBef>
              <a:spcAft>
                <a:spcPts val="0"/>
              </a:spcAft>
              <a:buFont typeface="Wingdings" panose="05000000000000000000" pitchFamily="2" charset="2"/>
              <a:buNone/>
              <a:defRPr/>
            </a:pPr>
            <a:endParaRPr lang="zh-CN" altLang="en-US" sz="1800" dirty="0"/>
          </a:p>
        </p:txBody>
      </p:sp>
      <p:sp>
        <p:nvSpPr>
          <p:cNvPr id="22531" name="标题 1">
            <a:extLst>
              <a:ext uri="{FF2B5EF4-FFF2-40B4-BE49-F238E27FC236}">
                <a16:creationId xmlns:a16="http://schemas.microsoft.com/office/drawing/2014/main" id="{E1FB69FC-CFCA-FC5D-D594-1C61DF22C84C}"/>
              </a:ext>
            </a:extLst>
          </p:cNvPr>
          <p:cNvSpPr>
            <a:spLocks noGrp="1" noChangeArrowheads="1"/>
          </p:cNvSpPr>
          <p:nvPr>
            <p:ph type="title"/>
          </p:nvPr>
        </p:nvSpPr>
        <p:spPr>
          <a:xfrm>
            <a:off x="179388" y="115888"/>
            <a:ext cx="7793037" cy="406400"/>
          </a:xfrm>
        </p:spPr>
        <p:txBody>
          <a:bodyPr/>
          <a:lstStyle/>
          <a:p>
            <a:r>
              <a:rPr lang="en-US" altLang="zh-CN"/>
              <a:t>16.3  DHCP</a:t>
            </a:r>
            <a:r>
              <a:rPr lang="zh-CN" altLang="en-US"/>
              <a:t>的配置</a:t>
            </a:r>
          </a:p>
        </p:txBody>
      </p:sp>
      <p:sp>
        <p:nvSpPr>
          <p:cNvPr id="4" name="矩形 3">
            <a:extLst>
              <a:ext uri="{FF2B5EF4-FFF2-40B4-BE49-F238E27FC236}">
                <a16:creationId xmlns:a16="http://schemas.microsoft.com/office/drawing/2014/main" id="{B0460E51-D398-DA9B-5E25-6FA6C88A6FEC}"/>
              </a:ext>
            </a:extLst>
          </p:cNvPr>
          <p:cNvSpPr/>
          <p:nvPr/>
        </p:nvSpPr>
        <p:spPr>
          <a:xfrm>
            <a:off x="2195513" y="2420938"/>
            <a:ext cx="4065587" cy="312737"/>
          </a:xfrm>
          <a:prstGeom prst="rect">
            <a:avLst/>
          </a:prstGeom>
        </p:spPr>
        <p:txBody>
          <a:bodyPr wrap="none">
            <a:spAutoFit/>
          </a:bodyPr>
          <a:lstStyle/>
          <a:p>
            <a:pPr algn="ctr">
              <a:lnSpc>
                <a:spcPts val="1560"/>
              </a:lnSpc>
              <a:spcBef>
                <a:spcPts val="600"/>
              </a:spcBef>
              <a:spcAft>
                <a:spcPts val="600"/>
              </a:spcAft>
              <a:defRPr/>
            </a:pPr>
            <a:r>
              <a:rPr lang="zh-CN" altLang="zh-CN" sz="2400" kern="100" dirty="0">
                <a:latin typeface="Arial" panose="020B0604020202020204" pitchFamily="34" charset="0"/>
                <a:ea typeface="黑体" panose="02010609060101010101" pitchFamily="49" charset="-122"/>
                <a:cs typeface="Times New Roman" panose="02020603050405020304" pitchFamily="18" charset="0"/>
              </a:rPr>
              <a:t>表</a:t>
            </a:r>
            <a:r>
              <a:rPr lang="en-US" altLang="zh-CN" sz="2400" kern="100" dirty="0">
                <a:latin typeface="Arial" panose="020B0604020202020204" pitchFamily="34" charset="0"/>
                <a:ea typeface="黑体" panose="02010609060101010101" pitchFamily="49" charset="-122"/>
                <a:cs typeface="Times New Roman" panose="02020603050405020304" pitchFamily="18" charset="0"/>
              </a:rPr>
              <a:t>16-1  </a:t>
            </a:r>
            <a:r>
              <a:rPr lang="zh-CN" altLang="zh-CN" sz="2400" kern="100" dirty="0">
                <a:latin typeface="Arial" panose="020B0604020202020204" pitchFamily="34" charset="0"/>
                <a:ea typeface="黑体" panose="02010609060101010101" pitchFamily="49" charset="-122"/>
                <a:cs typeface="Times New Roman" panose="02020603050405020304" pitchFamily="18" charset="0"/>
              </a:rPr>
              <a:t>常用的定义及其解释</a:t>
            </a:r>
          </a:p>
        </p:txBody>
      </p:sp>
      <p:graphicFrame>
        <p:nvGraphicFramePr>
          <p:cNvPr id="5" name="表格 4">
            <a:extLst>
              <a:ext uri="{FF2B5EF4-FFF2-40B4-BE49-F238E27FC236}">
                <a16:creationId xmlns:a16="http://schemas.microsoft.com/office/drawing/2014/main" id="{9F5F3786-1681-42DA-24EB-6EB2608373A5}"/>
              </a:ext>
            </a:extLst>
          </p:cNvPr>
          <p:cNvGraphicFramePr>
            <a:graphicFrameLocks noGrp="1"/>
          </p:cNvGraphicFramePr>
          <p:nvPr/>
        </p:nvGraphicFramePr>
        <p:xfrm>
          <a:off x="319088" y="2700338"/>
          <a:ext cx="8497887" cy="3770312"/>
        </p:xfrm>
        <a:graphic>
          <a:graphicData uri="http://schemas.openxmlformats.org/drawingml/2006/table">
            <a:tbl>
              <a:tblPr firstRow="1" firstCol="1" lastRow="1" lastCol="1" bandRow="1" bandCol="1">
                <a:tableStyleId>{5C22544A-7EE6-4342-B048-85BDC9FD1C3A}</a:tableStyleId>
              </a:tblPr>
              <a:tblGrid>
                <a:gridCol w="4248944">
                  <a:extLst>
                    <a:ext uri="{9D8B030D-6E8A-4147-A177-3AD203B41FA5}">
                      <a16:colId xmlns:a16="http://schemas.microsoft.com/office/drawing/2014/main" val="20000"/>
                    </a:ext>
                  </a:extLst>
                </a:gridCol>
                <a:gridCol w="4248944">
                  <a:extLst>
                    <a:ext uri="{9D8B030D-6E8A-4147-A177-3AD203B41FA5}">
                      <a16:colId xmlns:a16="http://schemas.microsoft.com/office/drawing/2014/main" val="20001"/>
                    </a:ext>
                  </a:extLst>
                </a:gridCol>
              </a:tblGrid>
              <a:tr h="538616">
                <a:tc>
                  <a:txBody>
                    <a:bodyPr/>
                    <a:lstStyle/>
                    <a:p>
                      <a:pPr algn="ctr">
                        <a:lnSpc>
                          <a:spcPts val="1400"/>
                        </a:lnSpc>
                        <a:spcAft>
                          <a:spcPts val="0"/>
                        </a:spcAft>
                      </a:pPr>
                      <a:r>
                        <a:rPr lang="zh-CN" sz="2000" kern="100" dirty="0">
                          <a:solidFill>
                            <a:schemeClr val="tx1"/>
                          </a:solidFill>
                          <a:effectLst/>
                        </a:rPr>
                        <a:t>定</a:t>
                      </a:r>
                      <a:r>
                        <a:rPr lang="en-US" sz="2000" kern="100" dirty="0">
                          <a:solidFill>
                            <a:schemeClr val="tx1"/>
                          </a:solidFill>
                          <a:effectLst/>
                        </a:rPr>
                        <a:t>    </a:t>
                      </a:r>
                      <a:r>
                        <a:rPr lang="zh-CN" sz="2000" kern="100" dirty="0">
                          <a:solidFill>
                            <a:schemeClr val="tx1"/>
                          </a:solidFill>
                          <a:effectLst/>
                        </a:rPr>
                        <a:t>义</a:t>
                      </a:r>
                      <a:endParaRPr lang="zh-CN" sz="2000" kern="100" dirty="0">
                        <a:solidFill>
                          <a:schemeClr val="tx1"/>
                        </a:solidFill>
                        <a:effectLst/>
                        <a:latin typeface="Times New Roman" panose="02020603050405020304" pitchFamily="18" charset="0"/>
                        <a:ea typeface="宋体" panose="02010600030101010101" pitchFamily="2" charset="-122"/>
                      </a:endParaRPr>
                    </a:p>
                  </a:txBody>
                  <a:tcPr marL="68586" marR="68586" marT="0" marB="0" anchor="ctr">
                    <a:solidFill>
                      <a:schemeClr val="bg2">
                        <a:alpha val="72000"/>
                      </a:schemeClr>
                    </a:solidFill>
                  </a:tcPr>
                </a:tc>
                <a:tc>
                  <a:txBody>
                    <a:bodyPr/>
                    <a:lstStyle/>
                    <a:p>
                      <a:pPr algn="ctr">
                        <a:lnSpc>
                          <a:spcPts val="1400"/>
                        </a:lnSpc>
                        <a:spcAft>
                          <a:spcPts val="0"/>
                        </a:spcAft>
                      </a:pPr>
                      <a:r>
                        <a:rPr lang="zh-CN" sz="2000" kern="100" dirty="0">
                          <a:solidFill>
                            <a:schemeClr val="tx1"/>
                          </a:solidFill>
                          <a:effectLst/>
                        </a:rPr>
                        <a:t>功</a:t>
                      </a:r>
                      <a:r>
                        <a:rPr lang="en-US" sz="2000" kern="100" dirty="0">
                          <a:solidFill>
                            <a:schemeClr val="tx1"/>
                          </a:solidFill>
                          <a:effectLst/>
                        </a:rPr>
                        <a:t>    </a:t>
                      </a:r>
                      <a:r>
                        <a:rPr lang="zh-CN" sz="2000" kern="100" dirty="0">
                          <a:solidFill>
                            <a:schemeClr val="tx1"/>
                          </a:solidFill>
                          <a:effectLst/>
                        </a:rPr>
                        <a:t>能</a:t>
                      </a:r>
                      <a:endParaRPr lang="zh-CN" sz="2000" kern="100" dirty="0">
                        <a:solidFill>
                          <a:schemeClr val="tx1"/>
                        </a:solidFill>
                        <a:effectLst/>
                        <a:latin typeface="Times New Roman" panose="02020603050405020304" pitchFamily="18" charset="0"/>
                        <a:ea typeface="宋体" panose="02010600030101010101" pitchFamily="2" charset="-122"/>
                      </a:endParaRPr>
                    </a:p>
                  </a:txBody>
                  <a:tcPr marL="68586" marR="68586" marT="0" marB="0" anchor="ctr">
                    <a:solidFill>
                      <a:schemeClr val="bg2">
                        <a:alpha val="72000"/>
                      </a:schemeClr>
                    </a:solidFill>
                  </a:tcPr>
                </a:tc>
                <a:extLst>
                  <a:ext uri="{0D108BD9-81ED-4DB2-BD59-A6C34878D82A}">
                    <a16:rowId xmlns:a16="http://schemas.microsoft.com/office/drawing/2014/main" val="10000"/>
                  </a:ext>
                </a:extLst>
              </a:tr>
              <a:tr h="538616">
                <a:tc>
                  <a:txBody>
                    <a:bodyPr/>
                    <a:lstStyle/>
                    <a:p>
                      <a:pPr indent="95250" algn="just">
                        <a:lnSpc>
                          <a:spcPts val="1400"/>
                        </a:lnSpc>
                        <a:spcAft>
                          <a:spcPts val="0"/>
                        </a:spcAft>
                      </a:pPr>
                      <a:r>
                        <a:rPr lang="en-US" sz="2000" kern="100" dirty="0">
                          <a:solidFill>
                            <a:schemeClr val="tx1"/>
                          </a:solidFill>
                          <a:effectLst/>
                        </a:rPr>
                        <a:t>shared-network </a:t>
                      </a:r>
                      <a:r>
                        <a:rPr lang="zh-CN" sz="2000" kern="100" dirty="0">
                          <a:solidFill>
                            <a:schemeClr val="tx1"/>
                          </a:solidFill>
                          <a:effectLst/>
                        </a:rPr>
                        <a:t>名称</a:t>
                      </a:r>
                      <a:r>
                        <a:rPr lang="en-US" sz="2000" kern="100" dirty="0">
                          <a:solidFill>
                            <a:schemeClr val="tx1"/>
                          </a:solidFill>
                          <a:effectLst/>
                        </a:rPr>
                        <a:t> { ... }</a:t>
                      </a:r>
                      <a:endParaRPr lang="zh-CN" sz="2000" kern="100" dirty="0">
                        <a:solidFill>
                          <a:schemeClr val="tx1"/>
                        </a:solidFill>
                        <a:effectLst/>
                        <a:latin typeface="Times New Roman" panose="02020603050405020304" pitchFamily="18" charset="0"/>
                        <a:ea typeface="宋体" panose="02010600030101010101" pitchFamily="2" charset="-122"/>
                      </a:endParaRPr>
                    </a:p>
                  </a:txBody>
                  <a:tcPr marL="68586" marR="68586" marT="0" marB="0" anchor="ctr">
                    <a:solidFill>
                      <a:schemeClr val="bg2">
                        <a:alpha val="72000"/>
                      </a:schemeClr>
                    </a:solidFill>
                  </a:tcPr>
                </a:tc>
                <a:tc>
                  <a:txBody>
                    <a:bodyPr/>
                    <a:lstStyle/>
                    <a:p>
                      <a:pPr indent="95250" algn="just">
                        <a:lnSpc>
                          <a:spcPts val="1400"/>
                        </a:lnSpc>
                        <a:spcAft>
                          <a:spcPts val="0"/>
                        </a:spcAft>
                      </a:pPr>
                      <a:r>
                        <a:rPr lang="zh-CN" sz="2000" kern="100" dirty="0">
                          <a:solidFill>
                            <a:schemeClr val="tx1"/>
                          </a:solidFill>
                          <a:effectLst/>
                        </a:rPr>
                        <a:t>定义超级作用域</a:t>
                      </a:r>
                      <a:endParaRPr lang="zh-CN" sz="2000" kern="100" dirty="0">
                        <a:solidFill>
                          <a:schemeClr val="tx1"/>
                        </a:solidFill>
                        <a:effectLst/>
                        <a:latin typeface="Times New Roman" panose="02020603050405020304" pitchFamily="18" charset="0"/>
                        <a:ea typeface="宋体" panose="02010600030101010101" pitchFamily="2" charset="-122"/>
                      </a:endParaRPr>
                    </a:p>
                  </a:txBody>
                  <a:tcPr marL="68586" marR="68586" marT="0" marB="0" anchor="ctr">
                    <a:solidFill>
                      <a:schemeClr val="bg2">
                        <a:alpha val="72000"/>
                      </a:schemeClr>
                    </a:solidFill>
                  </a:tcPr>
                </a:tc>
                <a:extLst>
                  <a:ext uri="{0D108BD9-81ED-4DB2-BD59-A6C34878D82A}">
                    <a16:rowId xmlns:a16="http://schemas.microsoft.com/office/drawing/2014/main" val="10001"/>
                  </a:ext>
                </a:extLst>
              </a:tr>
              <a:tr h="538616">
                <a:tc>
                  <a:txBody>
                    <a:bodyPr/>
                    <a:lstStyle/>
                    <a:p>
                      <a:pPr indent="95250" algn="just">
                        <a:lnSpc>
                          <a:spcPts val="1400"/>
                        </a:lnSpc>
                        <a:spcAft>
                          <a:spcPts val="0"/>
                        </a:spcAft>
                      </a:pPr>
                      <a:r>
                        <a:rPr lang="en-US" sz="2000" kern="100">
                          <a:solidFill>
                            <a:schemeClr val="tx1"/>
                          </a:solidFill>
                          <a:effectLst/>
                        </a:rPr>
                        <a:t>subnet </a:t>
                      </a:r>
                      <a:r>
                        <a:rPr lang="zh-CN" sz="2000" kern="100">
                          <a:solidFill>
                            <a:schemeClr val="tx1"/>
                          </a:solidFill>
                          <a:effectLst/>
                        </a:rPr>
                        <a:t>网络号</a:t>
                      </a:r>
                      <a:r>
                        <a:rPr lang="en-US" sz="2000" kern="100">
                          <a:solidFill>
                            <a:schemeClr val="tx1"/>
                          </a:solidFill>
                          <a:effectLst/>
                        </a:rPr>
                        <a:t> netmask </a:t>
                      </a:r>
                      <a:r>
                        <a:rPr lang="zh-CN" sz="2000" kern="100">
                          <a:solidFill>
                            <a:schemeClr val="tx1"/>
                          </a:solidFill>
                          <a:effectLst/>
                        </a:rPr>
                        <a:t>子网掩码</a:t>
                      </a:r>
                      <a:r>
                        <a:rPr lang="en-US" sz="2000" kern="100">
                          <a:solidFill>
                            <a:schemeClr val="tx1"/>
                          </a:solidFill>
                          <a:effectLst/>
                        </a:rPr>
                        <a:t> { ... }</a:t>
                      </a:r>
                      <a:endParaRPr lang="zh-CN" sz="2000" kern="100">
                        <a:solidFill>
                          <a:schemeClr val="tx1"/>
                        </a:solidFill>
                        <a:effectLst/>
                        <a:latin typeface="Times New Roman" panose="02020603050405020304" pitchFamily="18" charset="0"/>
                        <a:ea typeface="宋体" panose="02010600030101010101" pitchFamily="2" charset="-122"/>
                      </a:endParaRPr>
                    </a:p>
                  </a:txBody>
                  <a:tcPr marL="68586" marR="68586" marT="0" marB="0" anchor="ctr">
                    <a:solidFill>
                      <a:schemeClr val="bg2">
                        <a:alpha val="72000"/>
                      </a:schemeClr>
                    </a:solidFill>
                  </a:tcPr>
                </a:tc>
                <a:tc>
                  <a:txBody>
                    <a:bodyPr/>
                    <a:lstStyle/>
                    <a:p>
                      <a:pPr indent="95250" algn="just">
                        <a:lnSpc>
                          <a:spcPts val="1400"/>
                        </a:lnSpc>
                        <a:spcAft>
                          <a:spcPts val="0"/>
                        </a:spcAft>
                      </a:pPr>
                      <a:r>
                        <a:rPr lang="zh-CN" sz="2000" kern="100" dirty="0">
                          <a:solidFill>
                            <a:schemeClr val="tx1"/>
                          </a:solidFill>
                          <a:effectLst/>
                        </a:rPr>
                        <a:t>定义作用域（或</a:t>
                      </a:r>
                      <a:r>
                        <a:rPr lang="en-US" sz="2000" kern="100" dirty="0">
                          <a:solidFill>
                            <a:schemeClr val="tx1"/>
                          </a:solidFill>
                          <a:effectLst/>
                        </a:rPr>
                        <a:t>IP</a:t>
                      </a:r>
                      <a:r>
                        <a:rPr lang="zh-CN" sz="2000" kern="100" dirty="0">
                          <a:solidFill>
                            <a:schemeClr val="tx1"/>
                          </a:solidFill>
                          <a:effectLst/>
                        </a:rPr>
                        <a:t>子网）</a:t>
                      </a:r>
                      <a:endParaRPr lang="zh-CN" sz="2000" kern="100" dirty="0">
                        <a:solidFill>
                          <a:schemeClr val="tx1"/>
                        </a:solidFill>
                        <a:effectLst/>
                        <a:latin typeface="Times New Roman" panose="02020603050405020304" pitchFamily="18" charset="0"/>
                        <a:ea typeface="宋体" panose="02010600030101010101" pitchFamily="2" charset="-122"/>
                      </a:endParaRPr>
                    </a:p>
                  </a:txBody>
                  <a:tcPr marL="68586" marR="68586" marT="0" marB="0" anchor="ctr">
                    <a:solidFill>
                      <a:schemeClr val="bg2">
                        <a:alpha val="72000"/>
                      </a:schemeClr>
                    </a:solidFill>
                  </a:tcPr>
                </a:tc>
                <a:extLst>
                  <a:ext uri="{0D108BD9-81ED-4DB2-BD59-A6C34878D82A}">
                    <a16:rowId xmlns:a16="http://schemas.microsoft.com/office/drawing/2014/main" val="10002"/>
                  </a:ext>
                </a:extLst>
              </a:tr>
              <a:tr h="538616">
                <a:tc>
                  <a:txBody>
                    <a:bodyPr/>
                    <a:lstStyle/>
                    <a:p>
                      <a:pPr indent="95250" algn="just">
                        <a:lnSpc>
                          <a:spcPts val="1400"/>
                        </a:lnSpc>
                        <a:spcAft>
                          <a:spcPts val="0"/>
                        </a:spcAft>
                      </a:pPr>
                      <a:r>
                        <a:rPr lang="en-US" sz="2000" kern="100">
                          <a:solidFill>
                            <a:schemeClr val="tx1"/>
                          </a:solidFill>
                          <a:effectLst/>
                        </a:rPr>
                        <a:t>range </a:t>
                      </a:r>
                      <a:r>
                        <a:rPr lang="zh-CN" sz="2000" kern="100">
                          <a:solidFill>
                            <a:schemeClr val="tx1"/>
                          </a:solidFill>
                          <a:effectLst/>
                        </a:rPr>
                        <a:t>起始</a:t>
                      </a:r>
                      <a:r>
                        <a:rPr lang="en-US" sz="2000" kern="100">
                          <a:solidFill>
                            <a:schemeClr val="tx1"/>
                          </a:solidFill>
                          <a:effectLst/>
                        </a:rPr>
                        <a:t>IP</a:t>
                      </a:r>
                      <a:r>
                        <a:rPr lang="zh-CN" sz="2000" kern="100">
                          <a:solidFill>
                            <a:schemeClr val="tx1"/>
                          </a:solidFill>
                          <a:effectLst/>
                        </a:rPr>
                        <a:t>地址 终止</a:t>
                      </a:r>
                      <a:r>
                        <a:rPr lang="en-US" sz="2000" kern="100">
                          <a:solidFill>
                            <a:schemeClr val="tx1"/>
                          </a:solidFill>
                          <a:effectLst/>
                        </a:rPr>
                        <a:t>IP</a:t>
                      </a:r>
                      <a:r>
                        <a:rPr lang="zh-CN" sz="2000" kern="100">
                          <a:solidFill>
                            <a:schemeClr val="tx1"/>
                          </a:solidFill>
                          <a:effectLst/>
                        </a:rPr>
                        <a:t>地址</a:t>
                      </a:r>
                      <a:endParaRPr lang="zh-CN" sz="2000" kern="100">
                        <a:solidFill>
                          <a:schemeClr val="tx1"/>
                        </a:solidFill>
                        <a:effectLst/>
                        <a:latin typeface="Times New Roman" panose="02020603050405020304" pitchFamily="18" charset="0"/>
                        <a:ea typeface="宋体" panose="02010600030101010101" pitchFamily="2" charset="-122"/>
                      </a:endParaRPr>
                    </a:p>
                  </a:txBody>
                  <a:tcPr marL="68586" marR="68586" marT="0" marB="0" anchor="ctr">
                    <a:solidFill>
                      <a:schemeClr val="bg2">
                        <a:alpha val="72000"/>
                      </a:schemeClr>
                    </a:solidFill>
                  </a:tcPr>
                </a:tc>
                <a:tc>
                  <a:txBody>
                    <a:bodyPr/>
                    <a:lstStyle/>
                    <a:p>
                      <a:pPr indent="95250" algn="just">
                        <a:lnSpc>
                          <a:spcPts val="1400"/>
                        </a:lnSpc>
                        <a:spcAft>
                          <a:spcPts val="0"/>
                        </a:spcAft>
                      </a:pPr>
                      <a:r>
                        <a:rPr lang="zh-CN" sz="2000" kern="100" dirty="0">
                          <a:solidFill>
                            <a:schemeClr val="tx1"/>
                          </a:solidFill>
                          <a:effectLst/>
                        </a:rPr>
                        <a:t>定义作用域（或</a:t>
                      </a:r>
                      <a:r>
                        <a:rPr lang="en-US" sz="2000" kern="100" dirty="0">
                          <a:solidFill>
                            <a:schemeClr val="tx1"/>
                          </a:solidFill>
                          <a:effectLst/>
                        </a:rPr>
                        <a:t>IP</a:t>
                      </a:r>
                      <a:r>
                        <a:rPr lang="zh-CN" sz="2000" kern="100" dirty="0">
                          <a:solidFill>
                            <a:schemeClr val="tx1"/>
                          </a:solidFill>
                          <a:effectLst/>
                        </a:rPr>
                        <a:t>子网）范围</a:t>
                      </a:r>
                      <a:endParaRPr lang="zh-CN" sz="2000" kern="100" dirty="0">
                        <a:solidFill>
                          <a:schemeClr val="tx1"/>
                        </a:solidFill>
                        <a:effectLst/>
                        <a:latin typeface="Times New Roman" panose="02020603050405020304" pitchFamily="18" charset="0"/>
                        <a:ea typeface="宋体" panose="02010600030101010101" pitchFamily="2" charset="-122"/>
                      </a:endParaRPr>
                    </a:p>
                  </a:txBody>
                  <a:tcPr marL="68586" marR="68586" marT="0" marB="0" anchor="ctr">
                    <a:solidFill>
                      <a:schemeClr val="bg2">
                        <a:alpha val="72000"/>
                      </a:schemeClr>
                    </a:solidFill>
                  </a:tcPr>
                </a:tc>
                <a:extLst>
                  <a:ext uri="{0D108BD9-81ED-4DB2-BD59-A6C34878D82A}">
                    <a16:rowId xmlns:a16="http://schemas.microsoft.com/office/drawing/2014/main" val="10003"/>
                  </a:ext>
                </a:extLst>
              </a:tr>
              <a:tr h="538616">
                <a:tc>
                  <a:txBody>
                    <a:bodyPr/>
                    <a:lstStyle/>
                    <a:p>
                      <a:pPr indent="95250" algn="just">
                        <a:lnSpc>
                          <a:spcPts val="1400"/>
                        </a:lnSpc>
                        <a:spcAft>
                          <a:spcPts val="0"/>
                        </a:spcAft>
                      </a:pPr>
                      <a:r>
                        <a:rPr lang="en-US" sz="2000" kern="100">
                          <a:solidFill>
                            <a:schemeClr val="tx1"/>
                          </a:solidFill>
                          <a:effectLst/>
                        </a:rPr>
                        <a:t>host </a:t>
                      </a:r>
                      <a:r>
                        <a:rPr lang="zh-CN" sz="2000" kern="100">
                          <a:solidFill>
                            <a:schemeClr val="tx1"/>
                          </a:solidFill>
                          <a:effectLst/>
                        </a:rPr>
                        <a:t>主机名</a:t>
                      </a:r>
                      <a:r>
                        <a:rPr lang="en-US" sz="2000" kern="100">
                          <a:solidFill>
                            <a:schemeClr val="tx1"/>
                          </a:solidFill>
                          <a:effectLst/>
                        </a:rPr>
                        <a:t> { ... }</a:t>
                      </a:r>
                      <a:endParaRPr lang="zh-CN" sz="2000" kern="100">
                        <a:solidFill>
                          <a:schemeClr val="tx1"/>
                        </a:solidFill>
                        <a:effectLst/>
                        <a:latin typeface="Times New Roman" panose="02020603050405020304" pitchFamily="18" charset="0"/>
                        <a:ea typeface="宋体" panose="02010600030101010101" pitchFamily="2" charset="-122"/>
                      </a:endParaRPr>
                    </a:p>
                  </a:txBody>
                  <a:tcPr marL="68586" marR="68586" marT="0" marB="0" anchor="ctr">
                    <a:solidFill>
                      <a:schemeClr val="bg2">
                        <a:alpha val="72000"/>
                      </a:schemeClr>
                    </a:solidFill>
                  </a:tcPr>
                </a:tc>
                <a:tc>
                  <a:txBody>
                    <a:bodyPr/>
                    <a:lstStyle/>
                    <a:p>
                      <a:pPr indent="95250" algn="just">
                        <a:lnSpc>
                          <a:spcPts val="1400"/>
                        </a:lnSpc>
                        <a:spcAft>
                          <a:spcPts val="0"/>
                        </a:spcAft>
                      </a:pPr>
                      <a:r>
                        <a:rPr lang="zh-CN" sz="2000" kern="100" dirty="0">
                          <a:solidFill>
                            <a:schemeClr val="tx1"/>
                          </a:solidFill>
                          <a:effectLst/>
                        </a:rPr>
                        <a:t>定义特殊设置的主机</a:t>
                      </a:r>
                      <a:endParaRPr lang="zh-CN" sz="2000" kern="100" dirty="0">
                        <a:solidFill>
                          <a:schemeClr val="tx1"/>
                        </a:solidFill>
                        <a:effectLst/>
                        <a:latin typeface="Times New Roman" panose="02020603050405020304" pitchFamily="18" charset="0"/>
                        <a:ea typeface="宋体" panose="02010600030101010101" pitchFamily="2" charset="-122"/>
                      </a:endParaRPr>
                    </a:p>
                  </a:txBody>
                  <a:tcPr marL="68586" marR="68586" marT="0" marB="0" anchor="ctr">
                    <a:solidFill>
                      <a:schemeClr val="bg2">
                        <a:alpha val="72000"/>
                      </a:schemeClr>
                    </a:solidFill>
                  </a:tcPr>
                </a:tc>
                <a:extLst>
                  <a:ext uri="{0D108BD9-81ED-4DB2-BD59-A6C34878D82A}">
                    <a16:rowId xmlns:a16="http://schemas.microsoft.com/office/drawing/2014/main" val="10004"/>
                  </a:ext>
                </a:extLst>
              </a:tr>
              <a:tr h="538616">
                <a:tc>
                  <a:txBody>
                    <a:bodyPr/>
                    <a:lstStyle/>
                    <a:p>
                      <a:pPr indent="95250" algn="just">
                        <a:lnSpc>
                          <a:spcPts val="1400"/>
                        </a:lnSpc>
                        <a:spcAft>
                          <a:spcPts val="0"/>
                        </a:spcAft>
                      </a:pPr>
                      <a:r>
                        <a:rPr lang="en-US" sz="2000" kern="100">
                          <a:solidFill>
                            <a:schemeClr val="tx1"/>
                          </a:solidFill>
                          <a:effectLst/>
                        </a:rPr>
                        <a:t>group { ... }</a:t>
                      </a:r>
                      <a:endParaRPr lang="zh-CN" sz="2000" kern="100">
                        <a:solidFill>
                          <a:schemeClr val="tx1"/>
                        </a:solidFill>
                        <a:effectLst/>
                        <a:latin typeface="Times New Roman" panose="02020603050405020304" pitchFamily="18" charset="0"/>
                        <a:ea typeface="宋体" panose="02010600030101010101" pitchFamily="2" charset="-122"/>
                      </a:endParaRPr>
                    </a:p>
                  </a:txBody>
                  <a:tcPr marL="68586" marR="68586" marT="0" marB="0" anchor="ctr">
                    <a:solidFill>
                      <a:schemeClr val="bg2">
                        <a:alpha val="72000"/>
                      </a:schemeClr>
                    </a:solidFill>
                  </a:tcPr>
                </a:tc>
                <a:tc>
                  <a:txBody>
                    <a:bodyPr/>
                    <a:lstStyle/>
                    <a:p>
                      <a:pPr indent="95250" algn="just">
                        <a:lnSpc>
                          <a:spcPts val="1400"/>
                        </a:lnSpc>
                        <a:spcAft>
                          <a:spcPts val="0"/>
                        </a:spcAft>
                      </a:pPr>
                      <a:r>
                        <a:rPr lang="zh-CN" sz="2000" kern="100" dirty="0">
                          <a:solidFill>
                            <a:schemeClr val="tx1"/>
                          </a:solidFill>
                          <a:effectLst/>
                        </a:rPr>
                        <a:t>定义一组参数</a:t>
                      </a:r>
                      <a:endParaRPr lang="zh-CN" sz="2000" kern="100" dirty="0">
                        <a:solidFill>
                          <a:schemeClr val="tx1"/>
                        </a:solidFill>
                        <a:effectLst/>
                        <a:latin typeface="Times New Roman" panose="02020603050405020304" pitchFamily="18" charset="0"/>
                        <a:ea typeface="宋体" panose="02010600030101010101" pitchFamily="2" charset="-122"/>
                      </a:endParaRPr>
                    </a:p>
                  </a:txBody>
                  <a:tcPr marL="68586" marR="68586" marT="0" marB="0" anchor="ctr">
                    <a:solidFill>
                      <a:schemeClr val="bg2">
                        <a:alpha val="72000"/>
                      </a:schemeClr>
                    </a:solidFill>
                  </a:tcPr>
                </a:tc>
                <a:extLst>
                  <a:ext uri="{0D108BD9-81ED-4DB2-BD59-A6C34878D82A}">
                    <a16:rowId xmlns:a16="http://schemas.microsoft.com/office/drawing/2014/main" val="10005"/>
                  </a:ext>
                </a:extLst>
              </a:tr>
              <a:tr h="538616">
                <a:tc>
                  <a:txBody>
                    <a:bodyPr/>
                    <a:lstStyle/>
                    <a:p>
                      <a:pPr indent="95250" algn="just">
                        <a:lnSpc>
                          <a:spcPts val="1400"/>
                        </a:lnSpc>
                        <a:spcAft>
                          <a:spcPts val="0"/>
                        </a:spcAft>
                      </a:pPr>
                      <a:r>
                        <a:rPr lang="en-US" sz="2000" kern="100">
                          <a:solidFill>
                            <a:schemeClr val="tx1"/>
                          </a:solidFill>
                          <a:effectLst/>
                        </a:rPr>
                        <a:t>Pool { … }</a:t>
                      </a:r>
                      <a:endParaRPr lang="zh-CN" sz="2000" kern="100">
                        <a:solidFill>
                          <a:schemeClr val="tx1"/>
                        </a:solidFill>
                        <a:effectLst/>
                        <a:latin typeface="Times New Roman" panose="02020603050405020304" pitchFamily="18" charset="0"/>
                        <a:ea typeface="宋体" panose="02010600030101010101" pitchFamily="2" charset="-122"/>
                      </a:endParaRPr>
                    </a:p>
                  </a:txBody>
                  <a:tcPr marL="68586" marR="68586" marT="0" marB="0" anchor="ctr">
                    <a:solidFill>
                      <a:schemeClr val="bg2">
                        <a:alpha val="72000"/>
                      </a:schemeClr>
                    </a:solidFill>
                  </a:tcPr>
                </a:tc>
                <a:tc>
                  <a:txBody>
                    <a:bodyPr/>
                    <a:lstStyle/>
                    <a:p>
                      <a:pPr indent="95250" algn="just">
                        <a:lnSpc>
                          <a:spcPts val="1400"/>
                        </a:lnSpc>
                        <a:spcAft>
                          <a:spcPts val="0"/>
                        </a:spcAft>
                      </a:pPr>
                      <a:r>
                        <a:rPr lang="zh-CN" sz="2000" kern="100" dirty="0">
                          <a:solidFill>
                            <a:schemeClr val="tx1"/>
                          </a:solidFill>
                          <a:effectLst/>
                        </a:rPr>
                        <a:t>定义地址池</a:t>
                      </a:r>
                      <a:endParaRPr lang="zh-CN" sz="2000" kern="100" dirty="0">
                        <a:solidFill>
                          <a:schemeClr val="tx1"/>
                        </a:solidFill>
                        <a:effectLst/>
                        <a:latin typeface="Times New Roman" panose="02020603050405020304" pitchFamily="18" charset="0"/>
                        <a:ea typeface="宋体" panose="02010600030101010101" pitchFamily="2" charset="-122"/>
                      </a:endParaRPr>
                    </a:p>
                  </a:txBody>
                  <a:tcPr marL="68586" marR="68586" marT="0" marB="0" anchor="ctr">
                    <a:solidFill>
                      <a:schemeClr val="bg2">
                        <a:alpha val="72000"/>
                      </a:schemeClr>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554" name="矩形 1">
            <a:extLst>
              <a:ext uri="{FF2B5EF4-FFF2-40B4-BE49-F238E27FC236}">
                <a16:creationId xmlns:a16="http://schemas.microsoft.com/office/drawing/2014/main" id="{2BD2513E-3D69-562D-CF8A-3472F424B67E}"/>
              </a:ext>
            </a:extLst>
          </p:cNvPr>
          <p:cNvSpPr>
            <a:spLocks noChangeArrowheads="1"/>
          </p:cNvSpPr>
          <p:nvPr/>
        </p:nvSpPr>
        <p:spPr bwMode="auto">
          <a:xfrm>
            <a:off x="0" y="595313"/>
            <a:ext cx="8469313"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269875">
              <a:defRPr sz="2800" b="1">
                <a:solidFill>
                  <a:srgbClr val="000000"/>
                </a:solidFill>
                <a:latin typeface="AR PL SungtiL GB" charset="0"/>
                <a:ea typeface="宋体" panose="02010600030101010101" pitchFamily="2" charset="-122"/>
              </a:defRPr>
            </a:lvl1pPr>
            <a:lvl2pPr marL="742950" indent="-285750">
              <a:defRPr sz="2800" b="1">
                <a:solidFill>
                  <a:srgbClr val="000000"/>
                </a:solidFill>
                <a:latin typeface="AR PL SungtiL GB" charset="0"/>
                <a:ea typeface="宋体" panose="02010600030101010101" pitchFamily="2" charset="-122"/>
              </a:defRPr>
            </a:lvl2pPr>
            <a:lvl3pPr marL="1143000" indent="-228600">
              <a:defRPr sz="2800" b="1">
                <a:solidFill>
                  <a:srgbClr val="000000"/>
                </a:solidFill>
                <a:latin typeface="AR PL SungtiL GB" charset="0"/>
                <a:ea typeface="宋体" panose="02010600030101010101" pitchFamily="2" charset="-122"/>
              </a:defRPr>
            </a:lvl3pPr>
            <a:lvl4pPr marL="1600200" indent="-228600">
              <a:defRPr sz="2800" b="1">
                <a:solidFill>
                  <a:srgbClr val="000000"/>
                </a:solidFill>
                <a:latin typeface="AR PL SungtiL GB" charset="0"/>
                <a:ea typeface="宋体" panose="02010600030101010101" pitchFamily="2" charset="-122"/>
              </a:defRPr>
            </a:lvl4pPr>
            <a:lvl5pPr marL="2057400" indent="-228600">
              <a:defRPr sz="2800" b="1">
                <a:solidFill>
                  <a:srgbClr val="000000"/>
                </a:solidFill>
                <a:latin typeface="AR PL SungtiL GB" charset="0"/>
                <a:ea typeface="宋体" panose="02010600030101010101" pitchFamily="2" charset="-122"/>
              </a:defRPr>
            </a:lvl5pPr>
            <a:lvl6pPr marL="25146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6pPr>
            <a:lvl7pPr marL="29718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7pPr>
            <a:lvl8pPr marL="34290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8pPr>
            <a:lvl9pPr marL="38862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9pPr>
          </a:lstStyle>
          <a:p>
            <a:pPr>
              <a:lnSpc>
                <a:spcPct val="150000"/>
              </a:lnSpc>
            </a:pPr>
            <a:r>
              <a:rPr lang="en-US" altLang="zh-CN" sz="2400">
                <a:solidFill>
                  <a:schemeClr val="tx1"/>
                </a:solidFill>
                <a:latin typeface="Arial" panose="020B0604020202020204" pitchFamily="34" charset="0"/>
                <a:ea typeface="黑体" panose="02010609060101010101" pitchFamily="49" charset="-122"/>
                <a:cs typeface="Times New Roman" panose="02020603050405020304" pitchFamily="18" charset="0"/>
              </a:rPr>
              <a:t>2</a:t>
            </a:r>
            <a:r>
              <a:rPr lang="zh-CN" altLang="zh-CN" sz="2400">
                <a:solidFill>
                  <a:schemeClr val="tx1"/>
                </a:solidFill>
                <a:latin typeface="Arial" panose="020B0604020202020204" pitchFamily="34" charset="0"/>
                <a:ea typeface="黑体" panose="02010609060101010101" pitchFamily="49" charset="-122"/>
                <a:cs typeface="Times New Roman" panose="02020603050405020304" pitchFamily="18" charset="0"/>
              </a:rPr>
              <a:t>．参数</a:t>
            </a:r>
          </a:p>
          <a:p>
            <a:r>
              <a:rPr lang="en-US" altLang="zh-CN" sz="2400">
                <a:solidFill>
                  <a:schemeClr val="tx1"/>
                </a:solidFill>
                <a:latin typeface="Times New Roman" panose="02020603050405020304" pitchFamily="18" charset="0"/>
                <a:ea typeface="黑体" panose="02010609060101010101" pitchFamily="49" charset="-122"/>
                <a:cs typeface="Times New Roman" panose="02020603050405020304" pitchFamily="18" charset="0"/>
              </a:rPr>
              <a:t>     </a:t>
            </a:r>
            <a:r>
              <a:rPr lang="zh-CN" altLang="zh-CN" sz="2400">
                <a:solidFill>
                  <a:schemeClr val="tx1"/>
                </a:solidFill>
                <a:latin typeface="Times New Roman" panose="02020603050405020304" pitchFamily="18" charset="0"/>
                <a:ea typeface="黑体" panose="02010609060101010101" pitchFamily="49" charset="-122"/>
                <a:cs typeface="Times New Roman" panose="02020603050405020304" pitchFamily="18" charset="0"/>
              </a:rPr>
              <a:t>参数是可选的或控制</a:t>
            </a:r>
            <a:r>
              <a:rPr lang="en-US" altLang="zh-CN" sz="2400">
                <a:solidFill>
                  <a:schemeClr val="tx1"/>
                </a:solidFill>
                <a:latin typeface="Times New Roman" panose="02020603050405020304" pitchFamily="18" charset="0"/>
                <a:ea typeface="黑体" panose="02010609060101010101" pitchFamily="49" charset="-122"/>
                <a:cs typeface="Times New Roman" panose="02020603050405020304" pitchFamily="18" charset="0"/>
              </a:rPr>
              <a:t>DHCP</a:t>
            </a:r>
            <a:r>
              <a:rPr lang="zh-CN" altLang="zh-CN" sz="2400">
                <a:solidFill>
                  <a:schemeClr val="tx1"/>
                </a:solidFill>
                <a:latin typeface="Times New Roman" panose="02020603050405020304" pitchFamily="18" charset="0"/>
                <a:ea typeface="黑体" panose="02010609060101010101" pitchFamily="49" charset="-122"/>
                <a:cs typeface="Times New Roman" panose="02020603050405020304" pitchFamily="18" charset="0"/>
              </a:rPr>
              <a:t>服务器行为的值，表</a:t>
            </a:r>
            <a:r>
              <a:rPr lang="en-US" altLang="zh-CN" sz="2400">
                <a:solidFill>
                  <a:schemeClr val="tx1"/>
                </a:solidFill>
                <a:latin typeface="Times New Roman" panose="02020603050405020304" pitchFamily="18" charset="0"/>
                <a:ea typeface="黑体" panose="02010609060101010101" pitchFamily="49" charset="-122"/>
                <a:cs typeface="Times New Roman" panose="02020603050405020304" pitchFamily="18" charset="0"/>
              </a:rPr>
              <a:t>16-2</a:t>
            </a:r>
            <a:r>
              <a:rPr lang="zh-CN" altLang="zh-CN" sz="2400">
                <a:solidFill>
                  <a:schemeClr val="tx1"/>
                </a:solidFill>
                <a:latin typeface="Times New Roman" panose="02020603050405020304" pitchFamily="18" charset="0"/>
                <a:ea typeface="黑体" panose="02010609060101010101" pitchFamily="49" charset="-122"/>
                <a:cs typeface="Times New Roman" panose="02020603050405020304" pitchFamily="18" charset="0"/>
              </a:rPr>
              <a:t>给出了常用的参数及其解释。</a:t>
            </a:r>
            <a:endParaRPr lang="zh-CN" altLang="en-US" sz="2400">
              <a:solidFill>
                <a:schemeClr val="tx1"/>
              </a:solidFill>
              <a:latin typeface="Tahoma" panose="020B0604030504040204" pitchFamily="34" charset="0"/>
              <a:ea typeface="黑体" panose="02010609060101010101" pitchFamily="49" charset="-122"/>
              <a:cs typeface="Times New Roman" panose="02020603050405020304" pitchFamily="18" charset="0"/>
            </a:endParaRPr>
          </a:p>
        </p:txBody>
      </p:sp>
      <p:sp>
        <p:nvSpPr>
          <p:cNvPr id="3" name="矩形 2">
            <a:extLst>
              <a:ext uri="{FF2B5EF4-FFF2-40B4-BE49-F238E27FC236}">
                <a16:creationId xmlns:a16="http://schemas.microsoft.com/office/drawing/2014/main" id="{40FD11CF-FD7E-38B7-D384-0A1534F1D5A8}"/>
              </a:ext>
            </a:extLst>
          </p:cNvPr>
          <p:cNvSpPr/>
          <p:nvPr/>
        </p:nvSpPr>
        <p:spPr>
          <a:xfrm>
            <a:off x="1763713" y="2092325"/>
            <a:ext cx="4695825" cy="323850"/>
          </a:xfrm>
          <a:prstGeom prst="rect">
            <a:avLst/>
          </a:prstGeom>
        </p:spPr>
        <p:txBody>
          <a:bodyPr wrap="none">
            <a:spAutoFit/>
          </a:bodyPr>
          <a:lstStyle/>
          <a:p>
            <a:pPr algn="ctr">
              <a:lnSpc>
                <a:spcPts val="1560"/>
              </a:lnSpc>
              <a:spcBef>
                <a:spcPts val="600"/>
              </a:spcBef>
              <a:spcAft>
                <a:spcPts val="600"/>
              </a:spcAft>
              <a:defRPr/>
            </a:pPr>
            <a:r>
              <a:rPr lang="zh-CN" altLang="zh-CN" kern="100" dirty="0">
                <a:latin typeface="Arial" panose="020B0604020202020204" pitchFamily="34" charset="0"/>
                <a:ea typeface="黑体" panose="02010609060101010101" pitchFamily="49" charset="-122"/>
                <a:cs typeface="Times New Roman" panose="02020603050405020304" pitchFamily="18" charset="0"/>
              </a:rPr>
              <a:t>表</a:t>
            </a:r>
            <a:r>
              <a:rPr lang="en-US" altLang="zh-CN" kern="100" dirty="0">
                <a:latin typeface="Arial" panose="020B0604020202020204" pitchFamily="34" charset="0"/>
                <a:ea typeface="黑体" panose="02010609060101010101" pitchFamily="49" charset="-122"/>
                <a:cs typeface="Times New Roman" panose="02020603050405020304" pitchFamily="18" charset="0"/>
              </a:rPr>
              <a:t>16-2  </a:t>
            </a:r>
            <a:r>
              <a:rPr lang="zh-CN" altLang="zh-CN" kern="100" dirty="0">
                <a:latin typeface="Arial" panose="020B0604020202020204" pitchFamily="34" charset="0"/>
                <a:ea typeface="黑体" panose="02010609060101010101" pitchFamily="49" charset="-122"/>
                <a:cs typeface="Times New Roman" panose="02020603050405020304" pitchFamily="18" charset="0"/>
              </a:rPr>
              <a:t>常用的参数及其解释</a:t>
            </a:r>
          </a:p>
        </p:txBody>
      </p:sp>
      <p:graphicFrame>
        <p:nvGraphicFramePr>
          <p:cNvPr id="4" name="表格 3">
            <a:extLst>
              <a:ext uri="{FF2B5EF4-FFF2-40B4-BE49-F238E27FC236}">
                <a16:creationId xmlns:a16="http://schemas.microsoft.com/office/drawing/2014/main" id="{C66069AC-5D9D-783E-822C-26D27C811323}"/>
              </a:ext>
            </a:extLst>
          </p:cNvPr>
          <p:cNvGraphicFramePr>
            <a:graphicFrameLocks noGrp="1"/>
          </p:cNvGraphicFramePr>
          <p:nvPr/>
        </p:nvGraphicFramePr>
        <p:xfrm>
          <a:off x="107950" y="2397125"/>
          <a:ext cx="8909050" cy="4130675"/>
        </p:xfrm>
        <a:graphic>
          <a:graphicData uri="http://schemas.openxmlformats.org/drawingml/2006/table">
            <a:tbl>
              <a:tblPr firstRow="1" firstCol="1" lastRow="1" lastCol="1" bandRow="1" bandCol="1">
                <a:tableStyleId>{5C22544A-7EE6-4342-B048-85BDC9FD1C3A}</a:tableStyleId>
              </a:tblPr>
              <a:tblGrid>
                <a:gridCol w="2932560">
                  <a:extLst>
                    <a:ext uri="{9D8B030D-6E8A-4147-A177-3AD203B41FA5}">
                      <a16:colId xmlns:a16="http://schemas.microsoft.com/office/drawing/2014/main" val="20000"/>
                    </a:ext>
                  </a:extLst>
                </a:gridCol>
                <a:gridCol w="5976490">
                  <a:extLst>
                    <a:ext uri="{9D8B030D-6E8A-4147-A177-3AD203B41FA5}">
                      <a16:colId xmlns:a16="http://schemas.microsoft.com/office/drawing/2014/main" val="20001"/>
                    </a:ext>
                  </a:extLst>
                </a:gridCol>
              </a:tblGrid>
              <a:tr h="516334">
                <a:tc>
                  <a:txBody>
                    <a:bodyPr/>
                    <a:lstStyle/>
                    <a:p>
                      <a:pPr algn="l">
                        <a:lnSpc>
                          <a:spcPts val="1400"/>
                        </a:lnSpc>
                        <a:spcAft>
                          <a:spcPts val="0"/>
                        </a:spcAft>
                      </a:pPr>
                      <a:r>
                        <a:rPr lang="zh-CN" sz="1800" kern="100" dirty="0">
                          <a:effectLst/>
                        </a:rPr>
                        <a:t>参</a:t>
                      </a:r>
                      <a:r>
                        <a:rPr lang="en-US" sz="1800" kern="100" dirty="0">
                          <a:effectLst/>
                        </a:rPr>
                        <a:t>    </a:t>
                      </a:r>
                      <a:r>
                        <a:rPr lang="zh-CN" sz="1800" kern="100" dirty="0">
                          <a:effectLst/>
                        </a:rPr>
                        <a:t>数</a:t>
                      </a:r>
                      <a:endParaRPr lang="zh-CN" sz="1800" kern="100" dirty="0">
                        <a:effectLst/>
                        <a:latin typeface="Times New Roman" panose="02020603050405020304" pitchFamily="18" charset="0"/>
                        <a:ea typeface="宋体" panose="02010600030101010101" pitchFamily="2" charset="-122"/>
                      </a:endParaRPr>
                    </a:p>
                  </a:txBody>
                  <a:tcPr marL="68582" marR="68582" marT="0" marB="0" anchor="ctr">
                    <a:solidFill>
                      <a:schemeClr val="bg2"/>
                    </a:solidFill>
                  </a:tcPr>
                </a:tc>
                <a:tc>
                  <a:txBody>
                    <a:bodyPr/>
                    <a:lstStyle/>
                    <a:p>
                      <a:pPr algn="l">
                        <a:lnSpc>
                          <a:spcPts val="1400"/>
                        </a:lnSpc>
                        <a:spcAft>
                          <a:spcPts val="0"/>
                        </a:spcAft>
                      </a:pPr>
                      <a:r>
                        <a:rPr lang="zh-CN" sz="1800" kern="100" dirty="0">
                          <a:effectLst/>
                        </a:rPr>
                        <a:t>功</a:t>
                      </a:r>
                      <a:r>
                        <a:rPr lang="en-US" sz="1800" kern="100" dirty="0">
                          <a:effectLst/>
                        </a:rPr>
                        <a:t>    </a:t>
                      </a:r>
                      <a:r>
                        <a:rPr lang="zh-CN" sz="1800" kern="100" dirty="0">
                          <a:effectLst/>
                        </a:rPr>
                        <a:t>能</a:t>
                      </a:r>
                      <a:endParaRPr lang="zh-CN" sz="1800" kern="100" dirty="0">
                        <a:effectLst/>
                        <a:latin typeface="Times New Roman" panose="02020603050405020304" pitchFamily="18" charset="0"/>
                        <a:ea typeface="宋体" panose="02010600030101010101" pitchFamily="2" charset="-122"/>
                      </a:endParaRPr>
                    </a:p>
                  </a:txBody>
                  <a:tcPr marL="68582" marR="68582" marT="0" marB="0" anchor="ctr">
                    <a:solidFill>
                      <a:schemeClr val="bg2"/>
                    </a:solidFill>
                  </a:tcPr>
                </a:tc>
                <a:extLst>
                  <a:ext uri="{0D108BD9-81ED-4DB2-BD59-A6C34878D82A}">
                    <a16:rowId xmlns:a16="http://schemas.microsoft.com/office/drawing/2014/main" val="10000"/>
                  </a:ext>
                </a:extLst>
              </a:tr>
              <a:tr h="516334">
                <a:tc>
                  <a:txBody>
                    <a:bodyPr/>
                    <a:lstStyle/>
                    <a:p>
                      <a:pPr algn="l">
                        <a:lnSpc>
                          <a:spcPts val="1400"/>
                        </a:lnSpc>
                        <a:spcAft>
                          <a:spcPts val="0"/>
                        </a:spcAft>
                      </a:pPr>
                      <a:r>
                        <a:rPr lang="en-US" sz="1800" kern="100">
                          <a:effectLst/>
                        </a:rPr>
                        <a:t>ddns-update-style </a:t>
                      </a:r>
                      <a:r>
                        <a:rPr lang="zh-CN" sz="1800" kern="100">
                          <a:effectLst/>
                        </a:rPr>
                        <a:t>类型</a:t>
                      </a:r>
                      <a:endParaRPr lang="zh-CN" sz="1800" kern="100">
                        <a:effectLst/>
                        <a:latin typeface="Times New Roman" panose="02020603050405020304" pitchFamily="18" charset="0"/>
                        <a:ea typeface="宋体" panose="02010600030101010101" pitchFamily="2" charset="-122"/>
                      </a:endParaRPr>
                    </a:p>
                  </a:txBody>
                  <a:tcPr marL="68582" marR="68582" marT="0" marB="0" anchor="ctr">
                    <a:solidFill>
                      <a:schemeClr val="bg2"/>
                    </a:solidFill>
                  </a:tcPr>
                </a:tc>
                <a:tc>
                  <a:txBody>
                    <a:bodyPr/>
                    <a:lstStyle/>
                    <a:p>
                      <a:pPr indent="95250" algn="l">
                        <a:lnSpc>
                          <a:spcPts val="1400"/>
                        </a:lnSpc>
                        <a:spcAft>
                          <a:spcPts val="0"/>
                        </a:spcAft>
                      </a:pPr>
                      <a:r>
                        <a:rPr lang="zh-CN" sz="1800" kern="100" dirty="0">
                          <a:effectLst/>
                        </a:rPr>
                        <a:t>定义所支持的</a:t>
                      </a:r>
                      <a:r>
                        <a:rPr lang="en-US" sz="1800" kern="100" dirty="0">
                          <a:effectLst/>
                        </a:rPr>
                        <a:t>DNS</a:t>
                      </a:r>
                      <a:r>
                        <a:rPr lang="zh-CN" sz="1800" kern="100" dirty="0">
                          <a:effectLst/>
                        </a:rPr>
                        <a:t>动态更新类型（可选项有</a:t>
                      </a:r>
                      <a:r>
                        <a:rPr lang="en-US" sz="1800" kern="100" dirty="0">
                          <a:effectLst/>
                        </a:rPr>
                        <a:t>ad-hoc</a:t>
                      </a:r>
                      <a:r>
                        <a:rPr lang="zh-CN" sz="1800" kern="100" dirty="0">
                          <a:effectLst/>
                        </a:rPr>
                        <a:t>、</a:t>
                      </a:r>
                      <a:r>
                        <a:rPr lang="en-US" sz="1800" kern="100" dirty="0">
                          <a:effectLst/>
                        </a:rPr>
                        <a:t>interim</a:t>
                      </a:r>
                      <a:r>
                        <a:rPr lang="zh-CN" sz="1800" kern="100" dirty="0">
                          <a:effectLst/>
                        </a:rPr>
                        <a:t>和</a:t>
                      </a:r>
                      <a:r>
                        <a:rPr lang="en-US" sz="1800" kern="100" dirty="0">
                          <a:effectLst/>
                        </a:rPr>
                        <a:t>none</a:t>
                      </a:r>
                      <a:r>
                        <a:rPr lang="zh-CN" sz="1800" kern="100" dirty="0">
                          <a:effectLst/>
                        </a:rPr>
                        <a:t>），只用于全局</a:t>
                      </a:r>
                      <a:endParaRPr lang="zh-CN" sz="1800" kern="100" dirty="0">
                        <a:effectLst/>
                        <a:latin typeface="Times New Roman" panose="02020603050405020304" pitchFamily="18" charset="0"/>
                        <a:ea typeface="宋体" panose="02010600030101010101" pitchFamily="2" charset="-122"/>
                      </a:endParaRPr>
                    </a:p>
                  </a:txBody>
                  <a:tcPr marL="68582" marR="68582" marT="0" marB="0" anchor="ctr">
                    <a:solidFill>
                      <a:schemeClr val="bg2"/>
                    </a:solidFill>
                  </a:tcPr>
                </a:tc>
                <a:extLst>
                  <a:ext uri="{0D108BD9-81ED-4DB2-BD59-A6C34878D82A}">
                    <a16:rowId xmlns:a16="http://schemas.microsoft.com/office/drawing/2014/main" val="10001"/>
                  </a:ext>
                </a:extLst>
              </a:tr>
              <a:tr h="516334">
                <a:tc>
                  <a:txBody>
                    <a:bodyPr/>
                    <a:lstStyle/>
                    <a:p>
                      <a:pPr algn="l">
                        <a:lnSpc>
                          <a:spcPts val="1400"/>
                        </a:lnSpc>
                        <a:spcAft>
                          <a:spcPts val="0"/>
                        </a:spcAft>
                      </a:pPr>
                      <a:r>
                        <a:rPr lang="en-US" sz="1800" kern="100">
                          <a:effectLst/>
                        </a:rPr>
                        <a:t>allow/ignore client-updates</a:t>
                      </a:r>
                      <a:endParaRPr lang="zh-CN" sz="1800" kern="100">
                        <a:effectLst/>
                        <a:latin typeface="Times New Roman" panose="02020603050405020304" pitchFamily="18" charset="0"/>
                        <a:ea typeface="宋体" panose="02010600030101010101" pitchFamily="2" charset="-122"/>
                      </a:endParaRPr>
                    </a:p>
                  </a:txBody>
                  <a:tcPr marL="68582" marR="68582" marT="0" marB="0" anchor="ctr">
                    <a:solidFill>
                      <a:schemeClr val="bg2"/>
                    </a:solidFill>
                  </a:tcPr>
                </a:tc>
                <a:tc>
                  <a:txBody>
                    <a:bodyPr/>
                    <a:lstStyle/>
                    <a:p>
                      <a:pPr indent="95250" algn="l">
                        <a:lnSpc>
                          <a:spcPts val="1400"/>
                        </a:lnSpc>
                        <a:spcAft>
                          <a:spcPts val="0"/>
                        </a:spcAft>
                      </a:pPr>
                      <a:r>
                        <a:rPr lang="zh-CN" sz="1800" kern="100" dirty="0">
                          <a:effectLst/>
                        </a:rPr>
                        <a:t>允许</a:t>
                      </a:r>
                      <a:r>
                        <a:rPr lang="en-US" sz="1800" kern="100" dirty="0">
                          <a:effectLst/>
                        </a:rPr>
                        <a:t>/</a:t>
                      </a:r>
                      <a:r>
                        <a:rPr lang="zh-CN" sz="1800" kern="100" dirty="0">
                          <a:effectLst/>
                        </a:rPr>
                        <a:t>忽略客户机更新</a:t>
                      </a:r>
                      <a:r>
                        <a:rPr lang="en-US" sz="1800" kern="100" dirty="0">
                          <a:effectLst/>
                        </a:rPr>
                        <a:t>DNS</a:t>
                      </a:r>
                      <a:r>
                        <a:rPr lang="zh-CN" sz="1800" kern="100" dirty="0">
                          <a:effectLst/>
                        </a:rPr>
                        <a:t>记录 只用于全局</a:t>
                      </a:r>
                      <a:endParaRPr lang="zh-CN" sz="1800" kern="100" dirty="0">
                        <a:effectLst/>
                        <a:latin typeface="Times New Roman" panose="02020603050405020304" pitchFamily="18" charset="0"/>
                        <a:ea typeface="宋体" panose="02010600030101010101" pitchFamily="2" charset="-122"/>
                      </a:endParaRPr>
                    </a:p>
                  </a:txBody>
                  <a:tcPr marL="68582" marR="68582" marT="0" marB="0" anchor="ctr">
                    <a:solidFill>
                      <a:schemeClr val="bg2"/>
                    </a:solidFill>
                  </a:tcPr>
                </a:tc>
                <a:extLst>
                  <a:ext uri="{0D108BD9-81ED-4DB2-BD59-A6C34878D82A}">
                    <a16:rowId xmlns:a16="http://schemas.microsoft.com/office/drawing/2014/main" val="10002"/>
                  </a:ext>
                </a:extLst>
              </a:tr>
              <a:tr h="516334">
                <a:tc>
                  <a:txBody>
                    <a:bodyPr/>
                    <a:lstStyle/>
                    <a:p>
                      <a:pPr algn="l">
                        <a:lnSpc>
                          <a:spcPts val="1400"/>
                        </a:lnSpc>
                        <a:spcAft>
                          <a:spcPts val="0"/>
                        </a:spcAft>
                      </a:pPr>
                      <a:r>
                        <a:rPr lang="en-US" sz="1800" kern="100">
                          <a:effectLst/>
                        </a:rPr>
                        <a:t>default-lease-time </a:t>
                      </a:r>
                      <a:r>
                        <a:rPr lang="zh-CN" sz="1800" kern="100">
                          <a:effectLst/>
                        </a:rPr>
                        <a:t>数字</a:t>
                      </a:r>
                      <a:endParaRPr lang="zh-CN" sz="1800" kern="100">
                        <a:effectLst/>
                        <a:latin typeface="Times New Roman" panose="02020603050405020304" pitchFamily="18" charset="0"/>
                        <a:ea typeface="宋体" panose="02010600030101010101" pitchFamily="2" charset="-122"/>
                      </a:endParaRPr>
                    </a:p>
                  </a:txBody>
                  <a:tcPr marL="68582" marR="68582" marT="0" marB="0" anchor="ctr">
                    <a:solidFill>
                      <a:schemeClr val="bg2"/>
                    </a:solidFill>
                  </a:tcPr>
                </a:tc>
                <a:tc>
                  <a:txBody>
                    <a:bodyPr/>
                    <a:lstStyle/>
                    <a:p>
                      <a:pPr indent="95250" algn="l">
                        <a:lnSpc>
                          <a:spcPts val="1400"/>
                        </a:lnSpc>
                        <a:spcAft>
                          <a:spcPts val="0"/>
                        </a:spcAft>
                      </a:pPr>
                      <a:r>
                        <a:rPr lang="zh-CN" sz="1800" kern="100" dirty="0">
                          <a:effectLst/>
                        </a:rPr>
                        <a:t>指定默认的租约期限 </a:t>
                      </a:r>
                      <a:endParaRPr lang="zh-CN" sz="1800" kern="100" dirty="0">
                        <a:effectLst/>
                        <a:latin typeface="Times New Roman" panose="02020603050405020304" pitchFamily="18" charset="0"/>
                        <a:ea typeface="宋体" panose="02010600030101010101" pitchFamily="2" charset="-122"/>
                      </a:endParaRPr>
                    </a:p>
                  </a:txBody>
                  <a:tcPr marL="68582" marR="68582" marT="0" marB="0" anchor="ctr">
                    <a:solidFill>
                      <a:schemeClr val="bg2"/>
                    </a:solidFill>
                  </a:tcPr>
                </a:tc>
                <a:extLst>
                  <a:ext uri="{0D108BD9-81ED-4DB2-BD59-A6C34878D82A}">
                    <a16:rowId xmlns:a16="http://schemas.microsoft.com/office/drawing/2014/main" val="10003"/>
                  </a:ext>
                </a:extLst>
              </a:tr>
              <a:tr h="516334">
                <a:tc>
                  <a:txBody>
                    <a:bodyPr/>
                    <a:lstStyle/>
                    <a:p>
                      <a:pPr algn="l">
                        <a:lnSpc>
                          <a:spcPts val="1400"/>
                        </a:lnSpc>
                        <a:spcAft>
                          <a:spcPts val="0"/>
                        </a:spcAft>
                      </a:pPr>
                      <a:r>
                        <a:rPr lang="en-US" sz="1800" kern="100">
                          <a:effectLst/>
                        </a:rPr>
                        <a:t>max-lease-time </a:t>
                      </a:r>
                      <a:r>
                        <a:rPr lang="zh-CN" sz="1800" kern="100">
                          <a:effectLst/>
                        </a:rPr>
                        <a:t>数字</a:t>
                      </a:r>
                      <a:endParaRPr lang="zh-CN" sz="1800" kern="100">
                        <a:effectLst/>
                        <a:latin typeface="Times New Roman" panose="02020603050405020304" pitchFamily="18" charset="0"/>
                        <a:ea typeface="宋体" panose="02010600030101010101" pitchFamily="2" charset="-122"/>
                      </a:endParaRPr>
                    </a:p>
                  </a:txBody>
                  <a:tcPr marL="68582" marR="68582" marT="0" marB="0" anchor="ctr">
                    <a:solidFill>
                      <a:schemeClr val="bg2"/>
                    </a:solidFill>
                  </a:tcPr>
                </a:tc>
                <a:tc>
                  <a:txBody>
                    <a:bodyPr/>
                    <a:lstStyle/>
                    <a:p>
                      <a:pPr indent="95250" algn="l">
                        <a:lnSpc>
                          <a:spcPts val="1400"/>
                        </a:lnSpc>
                        <a:spcAft>
                          <a:spcPts val="0"/>
                        </a:spcAft>
                      </a:pPr>
                      <a:r>
                        <a:rPr lang="zh-CN" sz="1800" kern="100" dirty="0">
                          <a:effectLst/>
                        </a:rPr>
                        <a:t>指定最大租约期限 </a:t>
                      </a:r>
                      <a:endParaRPr lang="zh-CN" sz="1800" kern="100" dirty="0">
                        <a:effectLst/>
                        <a:latin typeface="Times New Roman" panose="02020603050405020304" pitchFamily="18" charset="0"/>
                        <a:ea typeface="宋体" panose="02010600030101010101" pitchFamily="2" charset="-122"/>
                      </a:endParaRPr>
                    </a:p>
                  </a:txBody>
                  <a:tcPr marL="68582" marR="68582" marT="0" marB="0" anchor="ctr">
                    <a:solidFill>
                      <a:schemeClr val="bg2"/>
                    </a:solidFill>
                  </a:tcPr>
                </a:tc>
                <a:extLst>
                  <a:ext uri="{0D108BD9-81ED-4DB2-BD59-A6C34878D82A}">
                    <a16:rowId xmlns:a16="http://schemas.microsoft.com/office/drawing/2014/main" val="10004"/>
                  </a:ext>
                </a:extLst>
              </a:tr>
              <a:tr h="516334">
                <a:tc>
                  <a:txBody>
                    <a:bodyPr/>
                    <a:lstStyle/>
                    <a:p>
                      <a:pPr algn="l">
                        <a:lnSpc>
                          <a:spcPts val="1400"/>
                        </a:lnSpc>
                        <a:spcAft>
                          <a:spcPts val="0"/>
                        </a:spcAft>
                      </a:pPr>
                      <a:r>
                        <a:rPr lang="en-US" sz="1800" kern="100">
                          <a:effectLst/>
                        </a:rPr>
                        <a:t>hardware </a:t>
                      </a:r>
                      <a:r>
                        <a:rPr lang="zh-CN" sz="1800" kern="100">
                          <a:effectLst/>
                        </a:rPr>
                        <a:t>硬件类型</a:t>
                      </a:r>
                      <a:r>
                        <a:rPr lang="en-US" sz="1800" kern="100">
                          <a:effectLst/>
                        </a:rPr>
                        <a:t> MAC</a:t>
                      </a:r>
                      <a:r>
                        <a:rPr lang="zh-CN" sz="1800" kern="100">
                          <a:effectLst/>
                        </a:rPr>
                        <a:t>地址</a:t>
                      </a:r>
                      <a:endParaRPr lang="zh-CN" sz="1800" kern="100">
                        <a:effectLst/>
                        <a:latin typeface="Times New Roman" panose="02020603050405020304" pitchFamily="18" charset="0"/>
                        <a:ea typeface="宋体" panose="02010600030101010101" pitchFamily="2" charset="-122"/>
                      </a:endParaRPr>
                    </a:p>
                  </a:txBody>
                  <a:tcPr marL="68582" marR="68582" marT="0" marB="0" anchor="ctr">
                    <a:solidFill>
                      <a:schemeClr val="bg2"/>
                    </a:solidFill>
                  </a:tcPr>
                </a:tc>
                <a:tc>
                  <a:txBody>
                    <a:bodyPr/>
                    <a:lstStyle/>
                    <a:p>
                      <a:pPr indent="95250" algn="l">
                        <a:lnSpc>
                          <a:spcPts val="1400"/>
                        </a:lnSpc>
                        <a:spcAft>
                          <a:spcPts val="0"/>
                        </a:spcAft>
                      </a:pPr>
                      <a:r>
                        <a:rPr lang="zh-CN" sz="1800" kern="100" dirty="0">
                          <a:effectLst/>
                        </a:rPr>
                        <a:t>指定网卡接口类型和</a:t>
                      </a:r>
                      <a:r>
                        <a:rPr lang="en-US" sz="1800" kern="100" dirty="0">
                          <a:effectLst/>
                        </a:rPr>
                        <a:t>MAC</a:t>
                      </a:r>
                      <a:r>
                        <a:rPr lang="zh-CN" sz="1800" kern="100" dirty="0">
                          <a:effectLst/>
                        </a:rPr>
                        <a:t>地址 </a:t>
                      </a:r>
                      <a:endParaRPr lang="zh-CN" sz="1800" kern="100" dirty="0">
                        <a:effectLst/>
                        <a:latin typeface="Times New Roman" panose="02020603050405020304" pitchFamily="18" charset="0"/>
                        <a:ea typeface="宋体" panose="02010600030101010101" pitchFamily="2" charset="-122"/>
                      </a:endParaRPr>
                    </a:p>
                  </a:txBody>
                  <a:tcPr marL="68582" marR="68582" marT="0" marB="0" anchor="ctr">
                    <a:solidFill>
                      <a:schemeClr val="bg2"/>
                    </a:solidFill>
                  </a:tcPr>
                </a:tc>
                <a:extLst>
                  <a:ext uri="{0D108BD9-81ED-4DB2-BD59-A6C34878D82A}">
                    <a16:rowId xmlns:a16="http://schemas.microsoft.com/office/drawing/2014/main" val="10005"/>
                  </a:ext>
                </a:extLst>
              </a:tr>
              <a:tr h="516334">
                <a:tc>
                  <a:txBody>
                    <a:bodyPr/>
                    <a:lstStyle/>
                    <a:p>
                      <a:pPr algn="l">
                        <a:lnSpc>
                          <a:spcPts val="1400"/>
                        </a:lnSpc>
                        <a:spcAft>
                          <a:spcPts val="0"/>
                        </a:spcAft>
                      </a:pPr>
                      <a:r>
                        <a:rPr lang="en-US" sz="1800" kern="100">
                          <a:effectLst/>
                        </a:rPr>
                        <a:t>server-name </a:t>
                      </a:r>
                      <a:r>
                        <a:rPr lang="zh-CN" sz="1800" kern="100">
                          <a:effectLst/>
                        </a:rPr>
                        <a:t>主机名</a:t>
                      </a:r>
                      <a:endParaRPr lang="zh-CN" sz="1800" kern="100">
                        <a:effectLst/>
                        <a:latin typeface="Times New Roman" panose="02020603050405020304" pitchFamily="18" charset="0"/>
                        <a:ea typeface="宋体" panose="02010600030101010101" pitchFamily="2" charset="-122"/>
                      </a:endParaRPr>
                    </a:p>
                  </a:txBody>
                  <a:tcPr marL="68582" marR="68582" marT="0" marB="0" anchor="ctr">
                    <a:solidFill>
                      <a:schemeClr val="bg2"/>
                    </a:solidFill>
                  </a:tcPr>
                </a:tc>
                <a:tc>
                  <a:txBody>
                    <a:bodyPr/>
                    <a:lstStyle/>
                    <a:p>
                      <a:pPr indent="95250" algn="l">
                        <a:lnSpc>
                          <a:spcPts val="1400"/>
                        </a:lnSpc>
                        <a:spcAft>
                          <a:spcPts val="0"/>
                        </a:spcAft>
                      </a:pPr>
                      <a:r>
                        <a:rPr lang="zh-CN" sz="1800" kern="100" dirty="0">
                          <a:effectLst/>
                        </a:rPr>
                        <a:t>通知</a:t>
                      </a:r>
                      <a:r>
                        <a:rPr lang="en-US" sz="1800" kern="100" dirty="0">
                          <a:effectLst/>
                        </a:rPr>
                        <a:t>DHCP</a:t>
                      </a:r>
                      <a:r>
                        <a:rPr lang="zh-CN" sz="1800" kern="100" dirty="0">
                          <a:effectLst/>
                        </a:rPr>
                        <a:t>客户机服务器的主机名 </a:t>
                      </a:r>
                      <a:endParaRPr lang="zh-CN" sz="1800" kern="100" dirty="0">
                        <a:effectLst/>
                        <a:latin typeface="Times New Roman" panose="02020603050405020304" pitchFamily="18" charset="0"/>
                        <a:ea typeface="宋体" panose="02010600030101010101" pitchFamily="2" charset="-122"/>
                      </a:endParaRPr>
                    </a:p>
                  </a:txBody>
                  <a:tcPr marL="68582" marR="68582" marT="0" marB="0" anchor="ctr">
                    <a:solidFill>
                      <a:schemeClr val="bg2"/>
                    </a:solidFill>
                  </a:tcPr>
                </a:tc>
                <a:extLst>
                  <a:ext uri="{0D108BD9-81ED-4DB2-BD59-A6C34878D82A}">
                    <a16:rowId xmlns:a16="http://schemas.microsoft.com/office/drawing/2014/main" val="10006"/>
                  </a:ext>
                </a:extLst>
              </a:tr>
              <a:tr h="516334">
                <a:tc>
                  <a:txBody>
                    <a:bodyPr/>
                    <a:lstStyle/>
                    <a:p>
                      <a:pPr algn="l">
                        <a:lnSpc>
                          <a:spcPts val="1400"/>
                        </a:lnSpc>
                        <a:spcAft>
                          <a:spcPts val="0"/>
                        </a:spcAft>
                      </a:pPr>
                      <a:r>
                        <a:rPr lang="en-US" sz="1800" kern="100">
                          <a:effectLst/>
                        </a:rPr>
                        <a:t>fixed-address ip</a:t>
                      </a:r>
                      <a:r>
                        <a:rPr lang="zh-CN" sz="1800" kern="100">
                          <a:effectLst/>
                        </a:rPr>
                        <a:t>地址</a:t>
                      </a:r>
                      <a:endParaRPr lang="zh-CN" sz="1800" kern="100">
                        <a:effectLst/>
                        <a:latin typeface="Times New Roman" panose="02020603050405020304" pitchFamily="18" charset="0"/>
                        <a:ea typeface="宋体" panose="02010600030101010101" pitchFamily="2" charset="-122"/>
                      </a:endParaRPr>
                    </a:p>
                  </a:txBody>
                  <a:tcPr marL="68582" marR="68582" marT="0" marB="0" anchor="ctr">
                    <a:solidFill>
                      <a:schemeClr val="bg2"/>
                    </a:solidFill>
                  </a:tcPr>
                </a:tc>
                <a:tc>
                  <a:txBody>
                    <a:bodyPr/>
                    <a:lstStyle/>
                    <a:p>
                      <a:pPr indent="95250" algn="l">
                        <a:lnSpc>
                          <a:spcPts val="1400"/>
                        </a:lnSpc>
                        <a:spcAft>
                          <a:spcPts val="0"/>
                        </a:spcAft>
                      </a:pPr>
                      <a:r>
                        <a:rPr lang="zh-CN" sz="1800" kern="100" dirty="0">
                          <a:effectLst/>
                        </a:rPr>
                        <a:t>分配给客户端一个固定的</a:t>
                      </a:r>
                      <a:r>
                        <a:rPr lang="en-US" sz="1800" kern="100" dirty="0">
                          <a:effectLst/>
                        </a:rPr>
                        <a:t>IP</a:t>
                      </a:r>
                      <a:r>
                        <a:rPr lang="zh-CN" sz="1800" kern="100" dirty="0">
                          <a:effectLst/>
                        </a:rPr>
                        <a:t>地址</a:t>
                      </a:r>
                      <a:endParaRPr lang="zh-CN" sz="1800" kern="100" dirty="0">
                        <a:effectLst/>
                        <a:latin typeface="Times New Roman" panose="02020603050405020304" pitchFamily="18" charset="0"/>
                        <a:ea typeface="宋体" panose="02010600030101010101" pitchFamily="2" charset="-122"/>
                      </a:endParaRPr>
                    </a:p>
                  </a:txBody>
                  <a:tcPr marL="68582" marR="68582" marT="0" marB="0" anchor="ctr">
                    <a:solidFill>
                      <a:schemeClr val="bg2"/>
                    </a:solidFill>
                  </a:tcPr>
                </a:tc>
                <a:extLst>
                  <a:ext uri="{0D108BD9-81ED-4DB2-BD59-A6C34878D82A}">
                    <a16:rowId xmlns:a16="http://schemas.microsoft.com/office/drawing/2014/main" val="10007"/>
                  </a:ext>
                </a:extLst>
              </a:tr>
            </a:tbl>
          </a:graphicData>
        </a:graphic>
      </p:graphicFrame>
      <p:sp>
        <p:nvSpPr>
          <p:cNvPr id="23585" name="标题 1">
            <a:extLst>
              <a:ext uri="{FF2B5EF4-FFF2-40B4-BE49-F238E27FC236}">
                <a16:creationId xmlns:a16="http://schemas.microsoft.com/office/drawing/2014/main" id="{476E97EB-22F2-2EAF-59E9-8639ED024C3C}"/>
              </a:ext>
            </a:extLst>
          </p:cNvPr>
          <p:cNvSpPr>
            <a:spLocks noGrp="1" noChangeArrowheads="1"/>
          </p:cNvSpPr>
          <p:nvPr>
            <p:ph type="title"/>
          </p:nvPr>
        </p:nvSpPr>
        <p:spPr>
          <a:xfrm>
            <a:off x="107950" y="115888"/>
            <a:ext cx="7793038" cy="479425"/>
          </a:xfrm>
        </p:spPr>
        <p:txBody>
          <a:bodyPr/>
          <a:lstStyle/>
          <a:p>
            <a:r>
              <a:rPr lang="en-US" altLang="zh-CN"/>
              <a:t>16.3  DHCP</a:t>
            </a:r>
            <a:r>
              <a:rPr lang="zh-CN" altLang="en-US"/>
              <a:t>的配置</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578" name="内容占位符 2">
            <a:extLst>
              <a:ext uri="{FF2B5EF4-FFF2-40B4-BE49-F238E27FC236}">
                <a16:creationId xmlns:a16="http://schemas.microsoft.com/office/drawing/2014/main" id="{E51889E2-917B-1E0F-F450-162E699739E1}"/>
              </a:ext>
            </a:extLst>
          </p:cNvPr>
          <p:cNvSpPr>
            <a:spLocks noGrp="1" noChangeArrowheads="1"/>
          </p:cNvSpPr>
          <p:nvPr>
            <p:ph idx="1"/>
          </p:nvPr>
        </p:nvSpPr>
        <p:spPr>
          <a:xfrm>
            <a:off x="179388" y="476250"/>
            <a:ext cx="8775700" cy="5905500"/>
          </a:xfrm>
        </p:spPr>
        <p:txBody>
          <a:bodyPr/>
          <a:lstStyle/>
          <a:p>
            <a:pPr marL="0" indent="0">
              <a:spcBef>
                <a:spcPct val="0"/>
              </a:spcBef>
              <a:spcAft>
                <a:spcPct val="0"/>
              </a:spcAft>
              <a:buFont typeface="Wingdings" panose="05000000000000000000" pitchFamily="2" charset="2"/>
              <a:buNone/>
            </a:pPr>
            <a:r>
              <a:rPr lang="en-US" altLang="zh-CN"/>
              <a:t>3</a:t>
            </a:r>
            <a:r>
              <a:rPr lang="zh-CN" altLang="en-US"/>
              <a:t>．选项</a:t>
            </a:r>
          </a:p>
          <a:p>
            <a:pPr marL="0" indent="0">
              <a:spcBef>
                <a:spcPct val="0"/>
              </a:spcBef>
              <a:spcAft>
                <a:spcPct val="0"/>
              </a:spcAft>
              <a:buFont typeface="Wingdings" panose="05000000000000000000" pitchFamily="2" charset="2"/>
              <a:buNone/>
            </a:pPr>
            <a:r>
              <a:rPr lang="zh-CN" altLang="en-US"/>
              <a:t>选项是用来配置</a:t>
            </a:r>
            <a:r>
              <a:rPr lang="en-US" altLang="zh-CN"/>
              <a:t>DHCP</a:t>
            </a:r>
            <a:r>
              <a:rPr lang="zh-CN" altLang="en-US"/>
              <a:t>客户端的可选参数，它们全部用</a:t>
            </a:r>
            <a:r>
              <a:rPr lang="en-US" altLang="zh-CN"/>
              <a:t>option</a:t>
            </a:r>
            <a:r>
              <a:rPr lang="zh-CN" altLang="en-US"/>
              <a:t>关键字作为开头，表</a:t>
            </a:r>
            <a:r>
              <a:rPr lang="en-US" altLang="zh-CN"/>
              <a:t>16-3</a:t>
            </a:r>
            <a:r>
              <a:rPr lang="zh-CN" altLang="en-US"/>
              <a:t>给出了常用的选项及解释。</a:t>
            </a:r>
          </a:p>
        </p:txBody>
      </p:sp>
      <p:sp>
        <p:nvSpPr>
          <p:cNvPr id="2" name="矩形 1">
            <a:extLst>
              <a:ext uri="{FF2B5EF4-FFF2-40B4-BE49-F238E27FC236}">
                <a16:creationId xmlns:a16="http://schemas.microsoft.com/office/drawing/2014/main" id="{6528CFD7-77B7-C463-3797-D4EF864642D5}"/>
              </a:ext>
            </a:extLst>
          </p:cNvPr>
          <p:cNvSpPr/>
          <p:nvPr/>
        </p:nvSpPr>
        <p:spPr>
          <a:xfrm>
            <a:off x="1547813" y="2133600"/>
            <a:ext cx="4695825" cy="323850"/>
          </a:xfrm>
          <a:prstGeom prst="rect">
            <a:avLst/>
          </a:prstGeom>
        </p:spPr>
        <p:txBody>
          <a:bodyPr wrap="none">
            <a:spAutoFit/>
          </a:bodyPr>
          <a:lstStyle/>
          <a:p>
            <a:pPr algn="ctr">
              <a:lnSpc>
                <a:spcPts val="1560"/>
              </a:lnSpc>
              <a:spcBef>
                <a:spcPts val="600"/>
              </a:spcBef>
              <a:spcAft>
                <a:spcPts val="600"/>
              </a:spcAft>
              <a:defRPr/>
            </a:pPr>
            <a:r>
              <a:rPr lang="zh-CN" altLang="zh-CN" kern="100" dirty="0">
                <a:latin typeface="Arial" panose="020B0604020202020204" pitchFamily="34" charset="0"/>
                <a:ea typeface="黑体" panose="02010609060101010101" pitchFamily="49" charset="-122"/>
                <a:cs typeface="Times New Roman" panose="02020603050405020304" pitchFamily="18" charset="0"/>
              </a:rPr>
              <a:t>表</a:t>
            </a:r>
            <a:r>
              <a:rPr lang="en-US" altLang="zh-CN" kern="100" dirty="0">
                <a:latin typeface="Arial" panose="020B0604020202020204" pitchFamily="34" charset="0"/>
                <a:ea typeface="黑体" panose="02010609060101010101" pitchFamily="49" charset="-122"/>
                <a:cs typeface="Times New Roman" panose="02020603050405020304" pitchFamily="18" charset="0"/>
              </a:rPr>
              <a:t>16-3  </a:t>
            </a:r>
            <a:r>
              <a:rPr lang="zh-CN" altLang="zh-CN" kern="100" dirty="0">
                <a:latin typeface="Arial" panose="020B0604020202020204" pitchFamily="34" charset="0"/>
                <a:ea typeface="黑体" panose="02010609060101010101" pitchFamily="49" charset="-122"/>
                <a:cs typeface="Times New Roman" panose="02020603050405020304" pitchFamily="18" charset="0"/>
              </a:rPr>
              <a:t>常用的选项及其解释</a:t>
            </a:r>
          </a:p>
        </p:txBody>
      </p:sp>
      <p:graphicFrame>
        <p:nvGraphicFramePr>
          <p:cNvPr id="3" name="表格 2">
            <a:extLst>
              <a:ext uri="{FF2B5EF4-FFF2-40B4-BE49-F238E27FC236}">
                <a16:creationId xmlns:a16="http://schemas.microsoft.com/office/drawing/2014/main" id="{CB4FF3B0-0823-16E8-89BC-F3316076E1A0}"/>
              </a:ext>
            </a:extLst>
          </p:cNvPr>
          <p:cNvGraphicFramePr>
            <a:graphicFrameLocks noGrp="1"/>
          </p:cNvGraphicFramePr>
          <p:nvPr/>
        </p:nvGraphicFramePr>
        <p:xfrm>
          <a:off x="107950" y="2420938"/>
          <a:ext cx="8713788" cy="4176712"/>
        </p:xfrm>
        <a:graphic>
          <a:graphicData uri="http://schemas.openxmlformats.org/drawingml/2006/table">
            <a:tbl>
              <a:tblPr firstRow="1" firstCol="1" lastRow="1" lastCol="1" bandRow="1" bandCol="1">
                <a:tableStyleId>{5C22544A-7EE6-4342-B048-85BDC9FD1C3A}</a:tableStyleId>
              </a:tblPr>
              <a:tblGrid>
                <a:gridCol w="3520370">
                  <a:extLst>
                    <a:ext uri="{9D8B030D-6E8A-4147-A177-3AD203B41FA5}">
                      <a16:colId xmlns:a16="http://schemas.microsoft.com/office/drawing/2014/main" val="20000"/>
                    </a:ext>
                  </a:extLst>
                </a:gridCol>
                <a:gridCol w="5193418">
                  <a:extLst>
                    <a:ext uri="{9D8B030D-6E8A-4147-A177-3AD203B41FA5}">
                      <a16:colId xmlns:a16="http://schemas.microsoft.com/office/drawing/2014/main" val="20001"/>
                    </a:ext>
                  </a:extLst>
                </a:gridCol>
              </a:tblGrid>
              <a:tr h="321286">
                <a:tc>
                  <a:txBody>
                    <a:bodyPr/>
                    <a:lstStyle/>
                    <a:p>
                      <a:pPr algn="l">
                        <a:lnSpc>
                          <a:spcPts val="1400"/>
                        </a:lnSpc>
                        <a:spcAft>
                          <a:spcPts val="0"/>
                        </a:spcAft>
                      </a:pPr>
                      <a:r>
                        <a:rPr lang="zh-CN" sz="1800" kern="100" dirty="0">
                          <a:effectLst/>
                        </a:rPr>
                        <a:t>选</a:t>
                      </a:r>
                      <a:r>
                        <a:rPr lang="en-US" sz="1800" kern="100" dirty="0">
                          <a:effectLst/>
                        </a:rPr>
                        <a:t>    </a:t>
                      </a:r>
                      <a:r>
                        <a:rPr lang="zh-CN" sz="1800" kern="100" dirty="0">
                          <a:effectLst/>
                        </a:rPr>
                        <a:t>项</a:t>
                      </a:r>
                      <a:endParaRPr lang="zh-CN" sz="1800" kern="100" dirty="0">
                        <a:effectLst/>
                        <a:latin typeface="Times New Roman" panose="02020603050405020304" pitchFamily="18" charset="0"/>
                        <a:ea typeface="宋体" panose="02010600030101010101" pitchFamily="2" charset="-122"/>
                      </a:endParaRPr>
                    </a:p>
                  </a:txBody>
                  <a:tcPr marL="68594" marR="68594" marT="0" marB="0" anchor="ctr">
                    <a:solidFill>
                      <a:schemeClr val="bg2">
                        <a:alpha val="59000"/>
                      </a:schemeClr>
                    </a:solidFill>
                  </a:tcPr>
                </a:tc>
                <a:tc>
                  <a:txBody>
                    <a:bodyPr/>
                    <a:lstStyle/>
                    <a:p>
                      <a:pPr algn="l">
                        <a:lnSpc>
                          <a:spcPts val="1400"/>
                        </a:lnSpc>
                        <a:spcAft>
                          <a:spcPts val="0"/>
                        </a:spcAft>
                      </a:pPr>
                      <a:r>
                        <a:rPr lang="zh-CN" sz="1800" kern="100">
                          <a:effectLst/>
                        </a:rPr>
                        <a:t>功</a:t>
                      </a:r>
                      <a:r>
                        <a:rPr lang="en-US" sz="1800" kern="100">
                          <a:effectLst/>
                        </a:rPr>
                        <a:t>    </a:t>
                      </a:r>
                      <a:r>
                        <a:rPr lang="zh-CN" sz="1800" kern="100">
                          <a:effectLst/>
                        </a:rPr>
                        <a:t>能</a:t>
                      </a:r>
                      <a:endParaRPr lang="zh-CN" sz="1800" kern="100">
                        <a:effectLst/>
                        <a:latin typeface="Times New Roman" panose="02020603050405020304" pitchFamily="18" charset="0"/>
                        <a:ea typeface="宋体" panose="02010600030101010101" pitchFamily="2" charset="-122"/>
                      </a:endParaRPr>
                    </a:p>
                  </a:txBody>
                  <a:tcPr marL="68594" marR="68594" marT="0" marB="0" anchor="ctr">
                    <a:solidFill>
                      <a:schemeClr val="bg2">
                        <a:alpha val="59000"/>
                      </a:schemeClr>
                    </a:solidFill>
                  </a:tcPr>
                </a:tc>
                <a:extLst>
                  <a:ext uri="{0D108BD9-81ED-4DB2-BD59-A6C34878D82A}">
                    <a16:rowId xmlns:a16="http://schemas.microsoft.com/office/drawing/2014/main" val="10000"/>
                  </a:ext>
                </a:extLst>
              </a:tr>
              <a:tr h="321286">
                <a:tc>
                  <a:txBody>
                    <a:bodyPr/>
                    <a:lstStyle/>
                    <a:p>
                      <a:pPr algn="l">
                        <a:lnSpc>
                          <a:spcPts val="1400"/>
                        </a:lnSpc>
                        <a:spcAft>
                          <a:spcPts val="0"/>
                        </a:spcAft>
                      </a:pPr>
                      <a:r>
                        <a:rPr lang="en-US" sz="1800" kern="100" dirty="0">
                          <a:effectLst/>
                        </a:rPr>
                        <a:t>subnet-mask </a:t>
                      </a:r>
                      <a:r>
                        <a:rPr lang="zh-CN" sz="1800" kern="100" dirty="0">
                          <a:effectLst/>
                        </a:rPr>
                        <a:t>子网掩码</a:t>
                      </a:r>
                      <a:endParaRPr lang="zh-CN" sz="1800" kern="100" dirty="0">
                        <a:effectLst/>
                        <a:latin typeface="Times New Roman" panose="02020603050405020304" pitchFamily="18" charset="0"/>
                        <a:ea typeface="宋体" panose="02010600030101010101" pitchFamily="2" charset="-122"/>
                      </a:endParaRPr>
                    </a:p>
                  </a:txBody>
                  <a:tcPr marL="68594" marR="68594" marT="0" marB="0" anchor="ctr">
                    <a:solidFill>
                      <a:schemeClr val="bg2">
                        <a:alpha val="59000"/>
                      </a:schemeClr>
                    </a:solidFill>
                  </a:tcPr>
                </a:tc>
                <a:tc>
                  <a:txBody>
                    <a:bodyPr/>
                    <a:lstStyle/>
                    <a:p>
                      <a:pPr indent="95250" algn="l">
                        <a:lnSpc>
                          <a:spcPts val="1400"/>
                        </a:lnSpc>
                        <a:spcAft>
                          <a:spcPts val="0"/>
                        </a:spcAft>
                      </a:pPr>
                      <a:r>
                        <a:rPr lang="zh-CN" sz="1800" kern="100" dirty="0">
                          <a:effectLst/>
                        </a:rPr>
                        <a:t>为客户端指定子网掩码</a:t>
                      </a:r>
                      <a:endParaRPr lang="zh-CN" sz="1800" kern="100" dirty="0">
                        <a:effectLst/>
                        <a:latin typeface="Times New Roman" panose="02020603050405020304" pitchFamily="18" charset="0"/>
                        <a:ea typeface="宋体" panose="02010600030101010101" pitchFamily="2" charset="-122"/>
                      </a:endParaRPr>
                    </a:p>
                  </a:txBody>
                  <a:tcPr marL="68594" marR="68594" marT="0" marB="0" anchor="ctr">
                    <a:solidFill>
                      <a:schemeClr val="bg2">
                        <a:alpha val="59000"/>
                      </a:schemeClr>
                    </a:solidFill>
                  </a:tcPr>
                </a:tc>
                <a:extLst>
                  <a:ext uri="{0D108BD9-81ED-4DB2-BD59-A6C34878D82A}">
                    <a16:rowId xmlns:a16="http://schemas.microsoft.com/office/drawing/2014/main" val="10001"/>
                  </a:ext>
                </a:extLst>
              </a:tr>
              <a:tr h="321286">
                <a:tc>
                  <a:txBody>
                    <a:bodyPr/>
                    <a:lstStyle/>
                    <a:p>
                      <a:pPr algn="l">
                        <a:lnSpc>
                          <a:spcPts val="1400"/>
                        </a:lnSpc>
                        <a:spcAft>
                          <a:spcPts val="0"/>
                        </a:spcAft>
                      </a:pPr>
                      <a:r>
                        <a:rPr lang="en-US" sz="1800" kern="100">
                          <a:effectLst/>
                        </a:rPr>
                        <a:t>domain-name </a:t>
                      </a:r>
                      <a:r>
                        <a:rPr lang="zh-CN" sz="1800" kern="100">
                          <a:effectLst/>
                        </a:rPr>
                        <a:t>“域名”</a:t>
                      </a:r>
                      <a:endParaRPr lang="zh-CN" sz="1800" kern="100">
                        <a:effectLst/>
                        <a:latin typeface="Times New Roman" panose="02020603050405020304" pitchFamily="18" charset="0"/>
                        <a:ea typeface="宋体" panose="02010600030101010101" pitchFamily="2" charset="-122"/>
                      </a:endParaRPr>
                    </a:p>
                  </a:txBody>
                  <a:tcPr marL="68594" marR="68594" marT="0" marB="0" anchor="ctr">
                    <a:solidFill>
                      <a:schemeClr val="bg2">
                        <a:alpha val="59000"/>
                      </a:schemeClr>
                    </a:solidFill>
                  </a:tcPr>
                </a:tc>
                <a:tc>
                  <a:txBody>
                    <a:bodyPr/>
                    <a:lstStyle/>
                    <a:p>
                      <a:pPr indent="95250" algn="l">
                        <a:lnSpc>
                          <a:spcPts val="1400"/>
                        </a:lnSpc>
                        <a:spcAft>
                          <a:spcPts val="0"/>
                        </a:spcAft>
                      </a:pPr>
                      <a:r>
                        <a:rPr lang="zh-CN" sz="1800" kern="100" dirty="0">
                          <a:effectLst/>
                        </a:rPr>
                        <a:t>为客户端指定域名</a:t>
                      </a:r>
                      <a:endParaRPr lang="zh-CN" sz="1800" kern="100" dirty="0">
                        <a:effectLst/>
                        <a:latin typeface="Times New Roman" panose="02020603050405020304" pitchFamily="18" charset="0"/>
                        <a:ea typeface="宋体" panose="02010600030101010101" pitchFamily="2" charset="-122"/>
                      </a:endParaRPr>
                    </a:p>
                  </a:txBody>
                  <a:tcPr marL="68594" marR="68594" marT="0" marB="0" anchor="ctr">
                    <a:solidFill>
                      <a:schemeClr val="bg2">
                        <a:alpha val="59000"/>
                      </a:schemeClr>
                    </a:solidFill>
                  </a:tcPr>
                </a:tc>
                <a:extLst>
                  <a:ext uri="{0D108BD9-81ED-4DB2-BD59-A6C34878D82A}">
                    <a16:rowId xmlns:a16="http://schemas.microsoft.com/office/drawing/2014/main" val="10002"/>
                  </a:ext>
                </a:extLst>
              </a:tr>
              <a:tr h="321286">
                <a:tc>
                  <a:txBody>
                    <a:bodyPr/>
                    <a:lstStyle/>
                    <a:p>
                      <a:pPr algn="l">
                        <a:lnSpc>
                          <a:spcPts val="1400"/>
                        </a:lnSpc>
                        <a:spcAft>
                          <a:spcPts val="0"/>
                        </a:spcAft>
                      </a:pPr>
                      <a:r>
                        <a:rPr lang="en-US" sz="1800" kern="100">
                          <a:effectLst/>
                        </a:rPr>
                        <a:t>domain-name-server ip</a:t>
                      </a:r>
                      <a:r>
                        <a:rPr lang="zh-CN" sz="1800" kern="100">
                          <a:effectLst/>
                        </a:rPr>
                        <a:t>地址</a:t>
                      </a:r>
                      <a:endParaRPr lang="zh-CN" sz="1800" kern="100">
                        <a:effectLst/>
                        <a:latin typeface="Times New Roman" panose="02020603050405020304" pitchFamily="18" charset="0"/>
                        <a:ea typeface="宋体" panose="02010600030101010101" pitchFamily="2" charset="-122"/>
                      </a:endParaRPr>
                    </a:p>
                  </a:txBody>
                  <a:tcPr marL="68594" marR="68594" marT="0" marB="0" anchor="ctr">
                    <a:solidFill>
                      <a:schemeClr val="bg2">
                        <a:alpha val="59000"/>
                      </a:schemeClr>
                    </a:solidFill>
                  </a:tcPr>
                </a:tc>
                <a:tc>
                  <a:txBody>
                    <a:bodyPr/>
                    <a:lstStyle/>
                    <a:p>
                      <a:pPr indent="95250" algn="l">
                        <a:lnSpc>
                          <a:spcPts val="1400"/>
                        </a:lnSpc>
                        <a:spcAft>
                          <a:spcPts val="0"/>
                        </a:spcAft>
                      </a:pPr>
                      <a:r>
                        <a:rPr lang="zh-CN" sz="1800" kern="100" dirty="0">
                          <a:effectLst/>
                        </a:rPr>
                        <a:t>为客户端指定</a:t>
                      </a:r>
                      <a:r>
                        <a:rPr lang="en-US" sz="1800" kern="100" dirty="0">
                          <a:effectLst/>
                        </a:rPr>
                        <a:t>DNS</a:t>
                      </a:r>
                      <a:r>
                        <a:rPr lang="zh-CN" sz="1800" kern="100" dirty="0">
                          <a:effectLst/>
                        </a:rPr>
                        <a:t>服务器的</a:t>
                      </a:r>
                      <a:r>
                        <a:rPr lang="en-US" sz="1800" kern="100" dirty="0">
                          <a:effectLst/>
                        </a:rPr>
                        <a:t>IP</a:t>
                      </a:r>
                      <a:r>
                        <a:rPr lang="zh-CN" sz="1800" kern="100" dirty="0">
                          <a:effectLst/>
                        </a:rPr>
                        <a:t>地址</a:t>
                      </a:r>
                      <a:endParaRPr lang="zh-CN" sz="1800" kern="100" dirty="0">
                        <a:effectLst/>
                        <a:latin typeface="Times New Roman" panose="02020603050405020304" pitchFamily="18" charset="0"/>
                        <a:ea typeface="宋体" panose="02010600030101010101" pitchFamily="2" charset="-122"/>
                      </a:endParaRPr>
                    </a:p>
                  </a:txBody>
                  <a:tcPr marL="68594" marR="68594" marT="0" marB="0" anchor="ctr">
                    <a:solidFill>
                      <a:schemeClr val="bg2">
                        <a:alpha val="59000"/>
                      </a:schemeClr>
                    </a:solidFill>
                  </a:tcPr>
                </a:tc>
                <a:extLst>
                  <a:ext uri="{0D108BD9-81ED-4DB2-BD59-A6C34878D82A}">
                    <a16:rowId xmlns:a16="http://schemas.microsoft.com/office/drawing/2014/main" val="10003"/>
                  </a:ext>
                </a:extLst>
              </a:tr>
              <a:tr h="321286">
                <a:tc>
                  <a:txBody>
                    <a:bodyPr/>
                    <a:lstStyle/>
                    <a:p>
                      <a:pPr algn="l">
                        <a:lnSpc>
                          <a:spcPts val="1400"/>
                        </a:lnSpc>
                        <a:spcAft>
                          <a:spcPts val="0"/>
                        </a:spcAft>
                      </a:pPr>
                      <a:r>
                        <a:rPr lang="en-US" sz="1800" kern="100">
                          <a:effectLst/>
                        </a:rPr>
                        <a:t>host-name </a:t>
                      </a:r>
                      <a:r>
                        <a:rPr lang="zh-CN" sz="1800" kern="100">
                          <a:effectLst/>
                        </a:rPr>
                        <a:t>“主机名”</a:t>
                      </a:r>
                      <a:endParaRPr lang="zh-CN" sz="1800" kern="100">
                        <a:effectLst/>
                        <a:latin typeface="Times New Roman" panose="02020603050405020304" pitchFamily="18" charset="0"/>
                        <a:ea typeface="宋体" panose="02010600030101010101" pitchFamily="2" charset="-122"/>
                      </a:endParaRPr>
                    </a:p>
                  </a:txBody>
                  <a:tcPr marL="68594" marR="68594" marT="0" marB="0" anchor="ctr">
                    <a:solidFill>
                      <a:schemeClr val="bg2">
                        <a:alpha val="59000"/>
                      </a:schemeClr>
                    </a:solidFill>
                  </a:tcPr>
                </a:tc>
                <a:tc>
                  <a:txBody>
                    <a:bodyPr/>
                    <a:lstStyle/>
                    <a:p>
                      <a:pPr indent="95250" algn="l">
                        <a:lnSpc>
                          <a:spcPts val="1400"/>
                        </a:lnSpc>
                        <a:spcAft>
                          <a:spcPts val="0"/>
                        </a:spcAft>
                      </a:pPr>
                      <a:r>
                        <a:rPr lang="zh-CN" sz="1800" kern="100" dirty="0">
                          <a:effectLst/>
                        </a:rPr>
                        <a:t>为客户端指定主机名</a:t>
                      </a:r>
                      <a:endParaRPr lang="zh-CN" sz="1800" kern="100" dirty="0">
                        <a:effectLst/>
                        <a:latin typeface="Times New Roman" panose="02020603050405020304" pitchFamily="18" charset="0"/>
                        <a:ea typeface="宋体" panose="02010600030101010101" pitchFamily="2" charset="-122"/>
                      </a:endParaRPr>
                    </a:p>
                  </a:txBody>
                  <a:tcPr marL="68594" marR="68594" marT="0" marB="0" anchor="ctr">
                    <a:solidFill>
                      <a:schemeClr val="bg2">
                        <a:alpha val="59000"/>
                      </a:schemeClr>
                    </a:solidFill>
                  </a:tcPr>
                </a:tc>
                <a:extLst>
                  <a:ext uri="{0D108BD9-81ED-4DB2-BD59-A6C34878D82A}">
                    <a16:rowId xmlns:a16="http://schemas.microsoft.com/office/drawing/2014/main" val="10004"/>
                  </a:ext>
                </a:extLst>
              </a:tr>
              <a:tr h="321286">
                <a:tc>
                  <a:txBody>
                    <a:bodyPr/>
                    <a:lstStyle/>
                    <a:p>
                      <a:pPr algn="l">
                        <a:lnSpc>
                          <a:spcPts val="1400"/>
                        </a:lnSpc>
                        <a:spcAft>
                          <a:spcPts val="0"/>
                        </a:spcAft>
                      </a:pPr>
                      <a:r>
                        <a:rPr lang="en-US" sz="1800" kern="100">
                          <a:effectLst/>
                        </a:rPr>
                        <a:t>routers ip</a:t>
                      </a:r>
                      <a:r>
                        <a:rPr lang="zh-CN" sz="1800" kern="100">
                          <a:effectLst/>
                        </a:rPr>
                        <a:t>地址</a:t>
                      </a:r>
                      <a:endParaRPr lang="zh-CN" sz="1800" kern="100">
                        <a:effectLst/>
                        <a:latin typeface="Times New Roman" panose="02020603050405020304" pitchFamily="18" charset="0"/>
                        <a:ea typeface="宋体" panose="02010600030101010101" pitchFamily="2" charset="-122"/>
                      </a:endParaRPr>
                    </a:p>
                  </a:txBody>
                  <a:tcPr marL="68594" marR="68594" marT="0" marB="0" anchor="ctr">
                    <a:solidFill>
                      <a:schemeClr val="bg2">
                        <a:alpha val="59000"/>
                      </a:schemeClr>
                    </a:solidFill>
                  </a:tcPr>
                </a:tc>
                <a:tc>
                  <a:txBody>
                    <a:bodyPr/>
                    <a:lstStyle/>
                    <a:p>
                      <a:pPr indent="95250" algn="l">
                        <a:lnSpc>
                          <a:spcPts val="1400"/>
                        </a:lnSpc>
                        <a:spcAft>
                          <a:spcPts val="0"/>
                        </a:spcAft>
                      </a:pPr>
                      <a:r>
                        <a:rPr lang="zh-CN" sz="1800" kern="100" dirty="0">
                          <a:effectLst/>
                        </a:rPr>
                        <a:t>为客户端指定默认网关</a:t>
                      </a:r>
                      <a:endParaRPr lang="zh-CN" sz="1800" kern="100" dirty="0">
                        <a:effectLst/>
                        <a:latin typeface="Times New Roman" panose="02020603050405020304" pitchFamily="18" charset="0"/>
                        <a:ea typeface="宋体" panose="02010600030101010101" pitchFamily="2" charset="-122"/>
                      </a:endParaRPr>
                    </a:p>
                  </a:txBody>
                  <a:tcPr marL="68594" marR="68594" marT="0" marB="0" anchor="ctr">
                    <a:solidFill>
                      <a:schemeClr val="bg2">
                        <a:alpha val="59000"/>
                      </a:schemeClr>
                    </a:solidFill>
                  </a:tcPr>
                </a:tc>
                <a:extLst>
                  <a:ext uri="{0D108BD9-81ED-4DB2-BD59-A6C34878D82A}">
                    <a16:rowId xmlns:a16="http://schemas.microsoft.com/office/drawing/2014/main" val="10005"/>
                  </a:ext>
                </a:extLst>
              </a:tr>
              <a:tr h="321286">
                <a:tc>
                  <a:txBody>
                    <a:bodyPr/>
                    <a:lstStyle/>
                    <a:p>
                      <a:pPr algn="l">
                        <a:lnSpc>
                          <a:spcPts val="1400"/>
                        </a:lnSpc>
                        <a:spcAft>
                          <a:spcPts val="0"/>
                        </a:spcAft>
                      </a:pPr>
                      <a:r>
                        <a:rPr lang="en-US" sz="1800" kern="100">
                          <a:effectLst/>
                        </a:rPr>
                        <a:t>broadcast-address </a:t>
                      </a:r>
                      <a:r>
                        <a:rPr lang="zh-CN" sz="1800" kern="100">
                          <a:effectLst/>
                        </a:rPr>
                        <a:t>广播地址</a:t>
                      </a:r>
                      <a:endParaRPr lang="zh-CN" sz="1800" kern="100">
                        <a:effectLst/>
                        <a:latin typeface="Times New Roman" panose="02020603050405020304" pitchFamily="18" charset="0"/>
                        <a:ea typeface="宋体" panose="02010600030101010101" pitchFamily="2" charset="-122"/>
                      </a:endParaRPr>
                    </a:p>
                  </a:txBody>
                  <a:tcPr marL="68594" marR="68594" marT="0" marB="0" anchor="ctr">
                    <a:solidFill>
                      <a:schemeClr val="bg2">
                        <a:alpha val="59000"/>
                      </a:schemeClr>
                    </a:solidFill>
                  </a:tcPr>
                </a:tc>
                <a:tc>
                  <a:txBody>
                    <a:bodyPr/>
                    <a:lstStyle/>
                    <a:p>
                      <a:pPr indent="95250" algn="l">
                        <a:lnSpc>
                          <a:spcPts val="1400"/>
                        </a:lnSpc>
                        <a:spcAft>
                          <a:spcPts val="0"/>
                        </a:spcAft>
                      </a:pPr>
                      <a:r>
                        <a:rPr lang="zh-CN" sz="1800" kern="100" dirty="0">
                          <a:effectLst/>
                        </a:rPr>
                        <a:t>为客户端指定广播地址</a:t>
                      </a:r>
                      <a:endParaRPr lang="zh-CN" sz="1800" kern="100" dirty="0">
                        <a:effectLst/>
                        <a:latin typeface="Times New Roman" panose="02020603050405020304" pitchFamily="18" charset="0"/>
                        <a:ea typeface="宋体" panose="02010600030101010101" pitchFamily="2" charset="-122"/>
                      </a:endParaRPr>
                    </a:p>
                  </a:txBody>
                  <a:tcPr marL="68594" marR="68594" marT="0" marB="0" anchor="ctr">
                    <a:solidFill>
                      <a:schemeClr val="bg2">
                        <a:alpha val="59000"/>
                      </a:schemeClr>
                    </a:solidFill>
                  </a:tcPr>
                </a:tc>
                <a:extLst>
                  <a:ext uri="{0D108BD9-81ED-4DB2-BD59-A6C34878D82A}">
                    <a16:rowId xmlns:a16="http://schemas.microsoft.com/office/drawing/2014/main" val="10006"/>
                  </a:ext>
                </a:extLst>
              </a:tr>
              <a:tr h="321286">
                <a:tc>
                  <a:txBody>
                    <a:bodyPr/>
                    <a:lstStyle/>
                    <a:p>
                      <a:pPr algn="l">
                        <a:lnSpc>
                          <a:spcPts val="1400"/>
                        </a:lnSpc>
                        <a:spcAft>
                          <a:spcPts val="0"/>
                        </a:spcAft>
                      </a:pPr>
                      <a:r>
                        <a:rPr lang="en-US" sz="1800" kern="100">
                          <a:effectLst/>
                        </a:rPr>
                        <a:t>netbios-name-servers ip</a:t>
                      </a:r>
                      <a:r>
                        <a:rPr lang="zh-CN" sz="1800" kern="100">
                          <a:effectLst/>
                        </a:rPr>
                        <a:t>地址</a:t>
                      </a:r>
                      <a:endParaRPr lang="zh-CN" sz="1800" kern="100">
                        <a:effectLst/>
                        <a:latin typeface="Times New Roman" panose="02020603050405020304" pitchFamily="18" charset="0"/>
                        <a:ea typeface="宋体" panose="02010600030101010101" pitchFamily="2" charset="-122"/>
                      </a:endParaRPr>
                    </a:p>
                  </a:txBody>
                  <a:tcPr marL="68594" marR="68594" marT="0" marB="0" anchor="ctr">
                    <a:solidFill>
                      <a:schemeClr val="bg2">
                        <a:alpha val="59000"/>
                      </a:schemeClr>
                    </a:solidFill>
                  </a:tcPr>
                </a:tc>
                <a:tc>
                  <a:txBody>
                    <a:bodyPr/>
                    <a:lstStyle/>
                    <a:p>
                      <a:pPr indent="95250" algn="l">
                        <a:lnSpc>
                          <a:spcPts val="1400"/>
                        </a:lnSpc>
                        <a:spcAft>
                          <a:spcPts val="0"/>
                        </a:spcAft>
                      </a:pPr>
                      <a:r>
                        <a:rPr lang="zh-CN" sz="1800" kern="100" dirty="0">
                          <a:effectLst/>
                        </a:rPr>
                        <a:t>为客户端指定</a:t>
                      </a:r>
                      <a:r>
                        <a:rPr lang="en-US" sz="1800" kern="100" dirty="0">
                          <a:effectLst/>
                        </a:rPr>
                        <a:t>WINS</a:t>
                      </a:r>
                      <a:r>
                        <a:rPr lang="zh-CN" sz="1800" kern="100" dirty="0">
                          <a:effectLst/>
                        </a:rPr>
                        <a:t>服务器的</a:t>
                      </a:r>
                      <a:r>
                        <a:rPr lang="en-US" sz="1800" kern="100" dirty="0">
                          <a:effectLst/>
                        </a:rPr>
                        <a:t>IP</a:t>
                      </a:r>
                      <a:r>
                        <a:rPr lang="zh-CN" sz="1800" kern="100" dirty="0">
                          <a:effectLst/>
                        </a:rPr>
                        <a:t>地址</a:t>
                      </a:r>
                      <a:endParaRPr lang="zh-CN" sz="1800" kern="100" dirty="0">
                        <a:effectLst/>
                        <a:latin typeface="Times New Roman" panose="02020603050405020304" pitchFamily="18" charset="0"/>
                        <a:ea typeface="宋体" panose="02010600030101010101" pitchFamily="2" charset="-122"/>
                      </a:endParaRPr>
                    </a:p>
                  </a:txBody>
                  <a:tcPr marL="68594" marR="68594" marT="0" marB="0" anchor="ctr">
                    <a:solidFill>
                      <a:schemeClr val="bg2">
                        <a:alpha val="59000"/>
                      </a:schemeClr>
                    </a:solidFill>
                  </a:tcPr>
                </a:tc>
                <a:extLst>
                  <a:ext uri="{0D108BD9-81ED-4DB2-BD59-A6C34878D82A}">
                    <a16:rowId xmlns:a16="http://schemas.microsoft.com/office/drawing/2014/main" val="10007"/>
                  </a:ext>
                </a:extLst>
              </a:tr>
              <a:tr h="321286">
                <a:tc>
                  <a:txBody>
                    <a:bodyPr/>
                    <a:lstStyle/>
                    <a:p>
                      <a:pPr algn="l">
                        <a:lnSpc>
                          <a:spcPts val="1400"/>
                        </a:lnSpc>
                        <a:spcAft>
                          <a:spcPts val="0"/>
                        </a:spcAft>
                      </a:pPr>
                      <a:r>
                        <a:rPr lang="en-US" sz="1800" kern="100">
                          <a:effectLst/>
                        </a:rPr>
                        <a:t>netbios-node-type </a:t>
                      </a:r>
                      <a:r>
                        <a:rPr lang="zh-CN" sz="1800" kern="100">
                          <a:effectLst/>
                        </a:rPr>
                        <a:t>节点类型</a:t>
                      </a:r>
                      <a:endParaRPr lang="zh-CN" sz="1800" kern="100">
                        <a:effectLst/>
                        <a:latin typeface="Times New Roman" panose="02020603050405020304" pitchFamily="18" charset="0"/>
                        <a:ea typeface="宋体" panose="02010600030101010101" pitchFamily="2" charset="-122"/>
                      </a:endParaRPr>
                    </a:p>
                  </a:txBody>
                  <a:tcPr marL="68594" marR="68594" marT="0" marB="0" anchor="ctr">
                    <a:solidFill>
                      <a:schemeClr val="bg2">
                        <a:alpha val="59000"/>
                      </a:schemeClr>
                    </a:solidFill>
                  </a:tcPr>
                </a:tc>
                <a:tc>
                  <a:txBody>
                    <a:bodyPr/>
                    <a:lstStyle/>
                    <a:p>
                      <a:pPr indent="95250" algn="l">
                        <a:lnSpc>
                          <a:spcPts val="1400"/>
                        </a:lnSpc>
                        <a:spcAft>
                          <a:spcPts val="0"/>
                        </a:spcAft>
                      </a:pPr>
                      <a:r>
                        <a:rPr lang="zh-CN" sz="1800" kern="100" dirty="0">
                          <a:effectLst/>
                        </a:rPr>
                        <a:t>为客户端指定节点类型</a:t>
                      </a:r>
                      <a:endParaRPr lang="zh-CN" sz="1800" kern="100" dirty="0">
                        <a:effectLst/>
                        <a:latin typeface="Times New Roman" panose="02020603050405020304" pitchFamily="18" charset="0"/>
                        <a:ea typeface="宋体" panose="02010600030101010101" pitchFamily="2" charset="-122"/>
                      </a:endParaRPr>
                    </a:p>
                  </a:txBody>
                  <a:tcPr marL="68594" marR="68594" marT="0" marB="0" anchor="ctr">
                    <a:solidFill>
                      <a:schemeClr val="bg2">
                        <a:alpha val="59000"/>
                      </a:schemeClr>
                    </a:solidFill>
                  </a:tcPr>
                </a:tc>
                <a:extLst>
                  <a:ext uri="{0D108BD9-81ED-4DB2-BD59-A6C34878D82A}">
                    <a16:rowId xmlns:a16="http://schemas.microsoft.com/office/drawing/2014/main" val="10008"/>
                  </a:ext>
                </a:extLst>
              </a:tr>
              <a:tr h="321286">
                <a:tc>
                  <a:txBody>
                    <a:bodyPr/>
                    <a:lstStyle/>
                    <a:p>
                      <a:pPr algn="l">
                        <a:lnSpc>
                          <a:spcPts val="1400"/>
                        </a:lnSpc>
                        <a:spcAft>
                          <a:spcPts val="0"/>
                        </a:spcAft>
                      </a:pPr>
                      <a:r>
                        <a:rPr lang="en-US" sz="1800" kern="100">
                          <a:effectLst/>
                        </a:rPr>
                        <a:t>ntp-server ip</a:t>
                      </a:r>
                      <a:r>
                        <a:rPr lang="zh-CN" sz="1800" kern="100">
                          <a:effectLst/>
                        </a:rPr>
                        <a:t>地址</a:t>
                      </a:r>
                      <a:endParaRPr lang="zh-CN" sz="1800" kern="100">
                        <a:effectLst/>
                        <a:latin typeface="Times New Roman" panose="02020603050405020304" pitchFamily="18" charset="0"/>
                        <a:ea typeface="宋体" panose="02010600030101010101" pitchFamily="2" charset="-122"/>
                      </a:endParaRPr>
                    </a:p>
                  </a:txBody>
                  <a:tcPr marL="68594" marR="68594" marT="0" marB="0" anchor="ctr">
                    <a:solidFill>
                      <a:schemeClr val="bg2">
                        <a:alpha val="59000"/>
                      </a:schemeClr>
                    </a:solidFill>
                  </a:tcPr>
                </a:tc>
                <a:tc>
                  <a:txBody>
                    <a:bodyPr/>
                    <a:lstStyle/>
                    <a:p>
                      <a:pPr indent="95250" algn="l">
                        <a:lnSpc>
                          <a:spcPts val="1400"/>
                        </a:lnSpc>
                        <a:spcAft>
                          <a:spcPts val="0"/>
                        </a:spcAft>
                      </a:pPr>
                      <a:r>
                        <a:rPr lang="zh-CN" sz="1800" kern="100" dirty="0">
                          <a:effectLst/>
                        </a:rPr>
                        <a:t>为客户端指定网络时间服务器的</a:t>
                      </a:r>
                      <a:r>
                        <a:rPr lang="en-US" sz="1800" kern="100" dirty="0">
                          <a:effectLst/>
                        </a:rPr>
                        <a:t>IP</a:t>
                      </a:r>
                      <a:r>
                        <a:rPr lang="zh-CN" sz="1800" kern="100" dirty="0">
                          <a:effectLst/>
                        </a:rPr>
                        <a:t>地址</a:t>
                      </a:r>
                      <a:endParaRPr lang="zh-CN" sz="1800" kern="100" dirty="0">
                        <a:effectLst/>
                        <a:latin typeface="Times New Roman" panose="02020603050405020304" pitchFamily="18" charset="0"/>
                        <a:ea typeface="宋体" panose="02010600030101010101" pitchFamily="2" charset="-122"/>
                      </a:endParaRPr>
                    </a:p>
                  </a:txBody>
                  <a:tcPr marL="68594" marR="68594" marT="0" marB="0" anchor="ctr">
                    <a:solidFill>
                      <a:schemeClr val="bg2">
                        <a:alpha val="59000"/>
                      </a:schemeClr>
                    </a:solidFill>
                  </a:tcPr>
                </a:tc>
                <a:extLst>
                  <a:ext uri="{0D108BD9-81ED-4DB2-BD59-A6C34878D82A}">
                    <a16:rowId xmlns:a16="http://schemas.microsoft.com/office/drawing/2014/main" val="10009"/>
                  </a:ext>
                </a:extLst>
              </a:tr>
              <a:tr h="321286">
                <a:tc>
                  <a:txBody>
                    <a:bodyPr/>
                    <a:lstStyle/>
                    <a:p>
                      <a:pPr algn="l">
                        <a:lnSpc>
                          <a:spcPts val="1400"/>
                        </a:lnSpc>
                        <a:spcAft>
                          <a:spcPts val="0"/>
                        </a:spcAft>
                      </a:pPr>
                      <a:r>
                        <a:rPr lang="en-US" sz="1800" kern="100">
                          <a:effectLst/>
                        </a:rPr>
                        <a:t>nis-servers ip</a:t>
                      </a:r>
                      <a:r>
                        <a:rPr lang="zh-CN" sz="1800" kern="100">
                          <a:effectLst/>
                        </a:rPr>
                        <a:t>地址</a:t>
                      </a:r>
                      <a:endParaRPr lang="zh-CN" sz="1800" kern="100">
                        <a:effectLst/>
                        <a:latin typeface="Times New Roman" panose="02020603050405020304" pitchFamily="18" charset="0"/>
                        <a:ea typeface="宋体" panose="02010600030101010101" pitchFamily="2" charset="-122"/>
                      </a:endParaRPr>
                    </a:p>
                  </a:txBody>
                  <a:tcPr marL="68594" marR="68594" marT="0" marB="0" anchor="ctr">
                    <a:solidFill>
                      <a:schemeClr val="bg2">
                        <a:alpha val="59000"/>
                      </a:schemeClr>
                    </a:solidFill>
                  </a:tcPr>
                </a:tc>
                <a:tc>
                  <a:txBody>
                    <a:bodyPr/>
                    <a:lstStyle/>
                    <a:p>
                      <a:pPr indent="95250" algn="l">
                        <a:lnSpc>
                          <a:spcPts val="1400"/>
                        </a:lnSpc>
                        <a:spcAft>
                          <a:spcPts val="0"/>
                        </a:spcAft>
                      </a:pPr>
                      <a:r>
                        <a:rPr lang="zh-CN" sz="1800" kern="100" dirty="0">
                          <a:effectLst/>
                        </a:rPr>
                        <a:t>为客户端指定</a:t>
                      </a:r>
                      <a:r>
                        <a:rPr lang="en-US" sz="1800" kern="100" dirty="0">
                          <a:effectLst/>
                        </a:rPr>
                        <a:t>NIS</a:t>
                      </a:r>
                      <a:r>
                        <a:rPr lang="zh-CN" sz="1800" kern="100" dirty="0">
                          <a:effectLst/>
                        </a:rPr>
                        <a:t>域服务器的</a:t>
                      </a:r>
                      <a:r>
                        <a:rPr lang="en-US" sz="1800" kern="100" dirty="0">
                          <a:effectLst/>
                        </a:rPr>
                        <a:t>IP</a:t>
                      </a:r>
                      <a:r>
                        <a:rPr lang="zh-CN" sz="1800" kern="100" dirty="0">
                          <a:effectLst/>
                        </a:rPr>
                        <a:t>地址</a:t>
                      </a:r>
                      <a:endParaRPr lang="zh-CN" sz="1800" kern="100" dirty="0">
                        <a:effectLst/>
                        <a:latin typeface="Times New Roman" panose="02020603050405020304" pitchFamily="18" charset="0"/>
                        <a:ea typeface="宋体" panose="02010600030101010101" pitchFamily="2" charset="-122"/>
                      </a:endParaRPr>
                    </a:p>
                  </a:txBody>
                  <a:tcPr marL="68594" marR="68594" marT="0" marB="0" anchor="ctr">
                    <a:solidFill>
                      <a:schemeClr val="bg2">
                        <a:alpha val="59000"/>
                      </a:schemeClr>
                    </a:solidFill>
                  </a:tcPr>
                </a:tc>
                <a:extLst>
                  <a:ext uri="{0D108BD9-81ED-4DB2-BD59-A6C34878D82A}">
                    <a16:rowId xmlns:a16="http://schemas.microsoft.com/office/drawing/2014/main" val="10010"/>
                  </a:ext>
                </a:extLst>
              </a:tr>
              <a:tr h="321286">
                <a:tc>
                  <a:txBody>
                    <a:bodyPr/>
                    <a:lstStyle/>
                    <a:p>
                      <a:pPr algn="l">
                        <a:lnSpc>
                          <a:spcPts val="1400"/>
                        </a:lnSpc>
                        <a:spcAft>
                          <a:spcPts val="0"/>
                        </a:spcAft>
                      </a:pPr>
                      <a:r>
                        <a:rPr lang="en-US" sz="1800" kern="100">
                          <a:effectLst/>
                        </a:rPr>
                        <a:t>nis-domain </a:t>
                      </a:r>
                      <a:r>
                        <a:rPr lang="zh-CN" sz="1800" kern="100">
                          <a:effectLst/>
                        </a:rPr>
                        <a:t>“名称”</a:t>
                      </a:r>
                      <a:endParaRPr lang="zh-CN" sz="1800" kern="100">
                        <a:effectLst/>
                        <a:latin typeface="Times New Roman" panose="02020603050405020304" pitchFamily="18" charset="0"/>
                        <a:ea typeface="宋体" panose="02010600030101010101" pitchFamily="2" charset="-122"/>
                      </a:endParaRPr>
                    </a:p>
                  </a:txBody>
                  <a:tcPr marL="68594" marR="68594" marT="0" marB="0" anchor="ctr">
                    <a:solidFill>
                      <a:schemeClr val="bg2">
                        <a:alpha val="59000"/>
                      </a:schemeClr>
                    </a:solidFill>
                  </a:tcPr>
                </a:tc>
                <a:tc>
                  <a:txBody>
                    <a:bodyPr/>
                    <a:lstStyle/>
                    <a:p>
                      <a:pPr indent="95250" algn="l">
                        <a:lnSpc>
                          <a:spcPts val="1400"/>
                        </a:lnSpc>
                        <a:spcAft>
                          <a:spcPts val="0"/>
                        </a:spcAft>
                      </a:pPr>
                      <a:r>
                        <a:rPr lang="zh-CN" sz="1800" kern="100" dirty="0">
                          <a:effectLst/>
                        </a:rPr>
                        <a:t>为客户端指定所属</a:t>
                      </a:r>
                      <a:r>
                        <a:rPr lang="en-US" sz="1800" kern="100" dirty="0">
                          <a:effectLst/>
                        </a:rPr>
                        <a:t>NIS</a:t>
                      </a:r>
                      <a:r>
                        <a:rPr lang="zh-CN" sz="1800" kern="100" dirty="0">
                          <a:effectLst/>
                        </a:rPr>
                        <a:t>域的名称</a:t>
                      </a:r>
                      <a:endParaRPr lang="zh-CN" sz="1800" kern="100" dirty="0">
                        <a:effectLst/>
                        <a:latin typeface="Times New Roman" panose="02020603050405020304" pitchFamily="18" charset="0"/>
                        <a:ea typeface="宋体" panose="02010600030101010101" pitchFamily="2" charset="-122"/>
                      </a:endParaRPr>
                    </a:p>
                  </a:txBody>
                  <a:tcPr marL="68594" marR="68594" marT="0" marB="0" anchor="ctr">
                    <a:solidFill>
                      <a:schemeClr val="bg2">
                        <a:alpha val="59000"/>
                      </a:schemeClr>
                    </a:solidFill>
                  </a:tcPr>
                </a:tc>
                <a:extLst>
                  <a:ext uri="{0D108BD9-81ED-4DB2-BD59-A6C34878D82A}">
                    <a16:rowId xmlns:a16="http://schemas.microsoft.com/office/drawing/2014/main" val="10011"/>
                  </a:ext>
                </a:extLst>
              </a:tr>
              <a:tr h="321286">
                <a:tc>
                  <a:txBody>
                    <a:bodyPr/>
                    <a:lstStyle/>
                    <a:p>
                      <a:pPr algn="l">
                        <a:lnSpc>
                          <a:spcPts val="1400"/>
                        </a:lnSpc>
                        <a:spcAft>
                          <a:spcPts val="0"/>
                        </a:spcAft>
                      </a:pPr>
                      <a:r>
                        <a:rPr lang="en-US" sz="1800" kern="100">
                          <a:effectLst/>
                        </a:rPr>
                        <a:t>time-offset </a:t>
                      </a:r>
                      <a:r>
                        <a:rPr lang="zh-CN" sz="1800" kern="100">
                          <a:effectLst/>
                        </a:rPr>
                        <a:t>偏移量</a:t>
                      </a:r>
                      <a:endParaRPr lang="zh-CN" sz="1800" kern="100">
                        <a:effectLst/>
                        <a:latin typeface="Times New Roman" panose="02020603050405020304" pitchFamily="18" charset="0"/>
                        <a:ea typeface="宋体" panose="02010600030101010101" pitchFamily="2" charset="-122"/>
                      </a:endParaRPr>
                    </a:p>
                  </a:txBody>
                  <a:tcPr marL="68594" marR="68594" marT="0" marB="0" anchor="ctr">
                    <a:solidFill>
                      <a:schemeClr val="bg2">
                        <a:alpha val="59000"/>
                      </a:schemeClr>
                    </a:solidFill>
                  </a:tcPr>
                </a:tc>
                <a:tc>
                  <a:txBody>
                    <a:bodyPr/>
                    <a:lstStyle/>
                    <a:p>
                      <a:pPr indent="95250" algn="l">
                        <a:lnSpc>
                          <a:spcPts val="1400"/>
                        </a:lnSpc>
                        <a:spcAft>
                          <a:spcPts val="0"/>
                        </a:spcAft>
                      </a:pPr>
                      <a:r>
                        <a:rPr lang="zh-CN" sz="1800" kern="100" dirty="0">
                          <a:effectLst/>
                        </a:rPr>
                        <a:t>为客户端指定与格林尼治时间的偏移量或时区</a:t>
                      </a:r>
                      <a:endParaRPr lang="zh-CN" sz="1800" kern="100" dirty="0">
                        <a:effectLst/>
                        <a:latin typeface="Times New Roman" panose="02020603050405020304" pitchFamily="18" charset="0"/>
                        <a:ea typeface="宋体" panose="02010600030101010101" pitchFamily="2" charset="-122"/>
                      </a:endParaRPr>
                    </a:p>
                  </a:txBody>
                  <a:tcPr marL="68594" marR="68594" marT="0" marB="0" anchor="ctr">
                    <a:solidFill>
                      <a:schemeClr val="bg2">
                        <a:alpha val="59000"/>
                      </a:schemeClr>
                    </a:solidFill>
                  </a:tcPr>
                </a:tc>
                <a:extLst>
                  <a:ext uri="{0D108BD9-81ED-4DB2-BD59-A6C34878D82A}">
                    <a16:rowId xmlns:a16="http://schemas.microsoft.com/office/drawing/2014/main" val="10012"/>
                  </a:ext>
                </a:extLst>
              </a:tr>
            </a:tbl>
          </a:graphicData>
        </a:graphic>
      </p:graphicFrame>
      <p:sp>
        <p:nvSpPr>
          <p:cNvPr id="24624" name="标题 1">
            <a:extLst>
              <a:ext uri="{FF2B5EF4-FFF2-40B4-BE49-F238E27FC236}">
                <a16:creationId xmlns:a16="http://schemas.microsoft.com/office/drawing/2014/main" id="{DB1F1B50-E0D6-7350-52AA-B23921BE3F9A}"/>
              </a:ext>
            </a:extLst>
          </p:cNvPr>
          <p:cNvSpPr>
            <a:spLocks noGrp="1" noChangeArrowheads="1"/>
          </p:cNvSpPr>
          <p:nvPr>
            <p:ph type="title"/>
          </p:nvPr>
        </p:nvSpPr>
        <p:spPr>
          <a:xfrm>
            <a:off x="250825" y="115888"/>
            <a:ext cx="7793038" cy="550862"/>
          </a:xfrm>
        </p:spPr>
        <p:txBody>
          <a:bodyPr/>
          <a:lstStyle/>
          <a:p>
            <a:r>
              <a:rPr lang="en-US" altLang="zh-CN"/>
              <a:t>16.3  DHCP</a:t>
            </a:r>
            <a:r>
              <a:rPr lang="zh-CN" altLang="en-US"/>
              <a:t>的配置</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626" name="标题 1">
            <a:extLst>
              <a:ext uri="{FF2B5EF4-FFF2-40B4-BE49-F238E27FC236}">
                <a16:creationId xmlns:a16="http://schemas.microsoft.com/office/drawing/2014/main" id="{C6BFD341-3997-037F-BD37-0979A4AAA84D}"/>
              </a:ext>
            </a:extLst>
          </p:cNvPr>
          <p:cNvSpPr>
            <a:spLocks noGrp="1" noChangeArrowheads="1"/>
          </p:cNvSpPr>
          <p:nvPr>
            <p:ph type="title"/>
          </p:nvPr>
        </p:nvSpPr>
        <p:spPr/>
        <p:txBody>
          <a:bodyPr/>
          <a:lstStyle/>
          <a:p>
            <a:r>
              <a:rPr lang="en-US" altLang="zh-CN"/>
              <a:t>16.4  DHCP</a:t>
            </a:r>
            <a:r>
              <a:rPr lang="zh-CN" altLang="en-US"/>
              <a:t>规划</a:t>
            </a:r>
          </a:p>
        </p:txBody>
      </p:sp>
      <p:sp>
        <p:nvSpPr>
          <p:cNvPr id="26627" name="内容占位符 2">
            <a:extLst>
              <a:ext uri="{FF2B5EF4-FFF2-40B4-BE49-F238E27FC236}">
                <a16:creationId xmlns:a16="http://schemas.microsoft.com/office/drawing/2014/main" id="{1A372212-D6AC-0F6C-A1C4-08F7E509CA55}"/>
              </a:ext>
            </a:extLst>
          </p:cNvPr>
          <p:cNvSpPr>
            <a:spLocks noGrp="1" noChangeArrowheads="1"/>
          </p:cNvSpPr>
          <p:nvPr>
            <p:ph idx="1"/>
          </p:nvPr>
        </p:nvSpPr>
        <p:spPr>
          <a:xfrm>
            <a:off x="0" y="620713"/>
            <a:ext cx="9109075" cy="5688012"/>
          </a:xfrm>
        </p:spPr>
        <p:txBody>
          <a:bodyPr/>
          <a:lstStyle/>
          <a:p>
            <a:pPr marL="0" indent="0">
              <a:spcBef>
                <a:spcPct val="0"/>
              </a:spcBef>
              <a:spcAft>
                <a:spcPct val="0"/>
              </a:spcAft>
              <a:buFont typeface="Wingdings" panose="05000000000000000000" pitchFamily="2" charset="2"/>
              <a:buNone/>
            </a:pPr>
            <a:r>
              <a:rPr lang="en-US" altLang="zh-CN" sz="3600"/>
              <a:t>1</a:t>
            </a:r>
            <a:r>
              <a:rPr lang="zh-CN" altLang="en-US" sz="3600"/>
              <a:t>．</a:t>
            </a:r>
            <a:r>
              <a:rPr lang="zh-CN" altLang="en-US" sz="3600">
                <a:solidFill>
                  <a:srgbClr val="FF0000"/>
                </a:solidFill>
              </a:rPr>
              <a:t>小型网络中</a:t>
            </a:r>
            <a:r>
              <a:rPr lang="en-US" altLang="zh-CN" sz="3600">
                <a:solidFill>
                  <a:srgbClr val="FF0000"/>
                </a:solidFill>
              </a:rPr>
              <a:t>DHCP</a:t>
            </a:r>
            <a:r>
              <a:rPr lang="zh-CN" altLang="en-US" sz="3600">
                <a:solidFill>
                  <a:srgbClr val="FF0000"/>
                </a:solidFill>
              </a:rPr>
              <a:t>的部署</a:t>
            </a:r>
          </a:p>
          <a:p>
            <a:pPr marL="0" indent="0">
              <a:spcBef>
                <a:spcPct val="0"/>
              </a:spcBef>
              <a:spcAft>
                <a:spcPct val="0"/>
              </a:spcAft>
              <a:buFont typeface="Wingdings" panose="05000000000000000000" pitchFamily="2" charset="2"/>
              <a:buNone/>
            </a:pPr>
            <a:r>
              <a:rPr lang="zh-CN" altLang="en-US" sz="3600"/>
              <a:t>在只有一个子网的小型网络中，可使用单一的</a:t>
            </a:r>
            <a:r>
              <a:rPr lang="en-US" altLang="zh-CN" sz="3600"/>
              <a:t>DHCP</a:t>
            </a:r>
            <a:r>
              <a:rPr lang="zh-CN" altLang="en-US" sz="3600"/>
              <a:t>服务器为网络中的主机提供服务，应考虑以下因素：</a:t>
            </a:r>
          </a:p>
          <a:p>
            <a:pPr marL="0" indent="0">
              <a:spcBef>
                <a:spcPct val="0"/>
              </a:spcBef>
              <a:spcAft>
                <a:spcPct val="0"/>
              </a:spcAft>
              <a:buFont typeface="Wingdings" panose="05000000000000000000" pitchFamily="2" charset="2"/>
              <a:buNone/>
            </a:pPr>
            <a:r>
              <a:rPr lang="zh-CN" altLang="en-US" sz="3600"/>
              <a:t>（</a:t>
            </a:r>
            <a:r>
              <a:rPr lang="en-US" altLang="zh-CN" sz="3600"/>
              <a:t>1</a:t>
            </a:r>
            <a:r>
              <a:rPr lang="zh-CN" altLang="en-US" sz="3600"/>
              <a:t>）网络中提供特殊服务（</a:t>
            </a:r>
            <a:r>
              <a:rPr lang="en-US" altLang="zh-CN" sz="3600"/>
              <a:t>DNS</a:t>
            </a:r>
            <a:r>
              <a:rPr lang="zh-CN" altLang="en-US" sz="3600"/>
              <a:t>、</a:t>
            </a:r>
            <a:r>
              <a:rPr lang="en-US" altLang="zh-CN" sz="3600"/>
              <a:t>FTP</a:t>
            </a:r>
            <a:r>
              <a:rPr lang="zh-CN" altLang="en-US" sz="3600"/>
              <a:t>）的服务器应该采用静态</a:t>
            </a:r>
            <a:r>
              <a:rPr lang="en-US" altLang="zh-CN" sz="3600"/>
              <a:t>IP</a:t>
            </a:r>
            <a:r>
              <a:rPr lang="zh-CN" altLang="en-US" sz="3600"/>
              <a:t>地址。</a:t>
            </a:r>
          </a:p>
          <a:p>
            <a:pPr marL="0" indent="0">
              <a:spcBef>
                <a:spcPct val="0"/>
              </a:spcBef>
              <a:spcAft>
                <a:spcPct val="0"/>
              </a:spcAft>
              <a:buFont typeface="Wingdings" panose="05000000000000000000" pitchFamily="2" charset="2"/>
              <a:buNone/>
            </a:pPr>
            <a:r>
              <a:rPr lang="zh-CN" altLang="en-US" sz="3600"/>
              <a:t>（</a:t>
            </a:r>
            <a:r>
              <a:rPr lang="en-US" altLang="zh-CN" sz="3600"/>
              <a:t>2</a:t>
            </a:r>
            <a:r>
              <a:rPr lang="zh-CN" altLang="en-US" sz="3600"/>
              <a:t>）不同的网络服务应该由不同的服务器承担，此方法可以做到在某个网络服务停止时其他的服务器仍然可以正常工作，以此来提高网络的可用性和安全性。</a:t>
            </a:r>
          </a:p>
          <a:p>
            <a:pPr marL="0" indent="0">
              <a:spcBef>
                <a:spcPct val="0"/>
              </a:spcBef>
              <a:spcAft>
                <a:spcPct val="0"/>
              </a:spcAft>
              <a:buFont typeface="Wingdings" panose="05000000000000000000" pitchFamily="2" charset="2"/>
              <a:buNone/>
            </a:pPr>
            <a:endParaRPr lang="zh-CN" altLang="en-US" sz="36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650" name="标题 1">
            <a:extLst>
              <a:ext uri="{FF2B5EF4-FFF2-40B4-BE49-F238E27FC236}">
                <a16:creationId xmlns:a16="http://schemas.microsoft.com/office/drawing/2014/main" id="{F13A92BA-8095-8CDE-ED54-635C1066974E}"/>
              </a:ext>
            </a:extLst>
          </p:cNvPr>
          <p:cNvSpPr>
            <a:spLocks noGrp="1" noChangeArrowheads="1"/>
          </p:cNvSpPr>
          <p:nvPr>
            <p:ph type="title"/>
          </p:nvPr>
        </p:nvSpPr>
        <p:spPr/>
        <p:txBody>
          <a:bodyPr/>
          <a:lstStyle/>
          <a:p>
            <a:r>
              <a:rPr lang="en-US" altLang="zh-CN"/>
              <a:t>16.4  DHCP</a:t>
            </a:r>
            <a:r>
              <a:rPr lang="zh-CN" altLang="en-US"/>
              <a:t>规划</a:t>
            </a:r>
          </a:p>
        </p:txBody>
      </p:sp>
      <p:sp>
        <p:nvSpPr>
          <p:cNvPr id="4099" name="内容占位符 2">
            <a:extLst>
              <a:ext uri="{FF2B5EF4-FFF2-40B4-BE49-F238E27FC236}">
                <a16:creationId xmlns:a16="http://schemas.microsoft.com/office/drawing/2014/main" id="{F2D1A4BC-997A-7B82-6BE0-DD4700E7763D}"/>
              </a:ext>
            </a:extLst>
          </p:cNvPr>
          <p:cNvSpPr>
            <a:spLocks noGrp="1" noChangeArrowheads="1"/>
          </p:cNvSpPr>
          <p:nvPr>
            <p:ph idx="1"/>
          </p:nvPr>
        </p:nvSpPr>
        <p:spPr>
          <a:xfrm>
            <a:off x="-90488" y="404813"/>
            <a:ext cx="9324976" cy="5759450"/>
          </a:xfrm>
        </p:spPr>
        <p:txBody>
          <a:bodyPr/>
          <a:lstStyle/>
          <a:p>
            <a:pPr marL="0" indent="0">
              <a:spcBef>
                <a:spcPts val="0"/>
              </a:spcBef>
              <a:spcAft>
                <a:spcPts val="0"/>
              </a:spcAft>
              <a:buFont typeface="Wingdings" panose="05000000000000000000" pitchFamily="2" charset="2"/>
              <a:buNone/>
              <a:defRPr/>
            </a:pPr>
            <a:r>
              <a:rPr lang="en-US" altLang="zh-CN" sz="2400" dirty="0"/>
              <a:t>2</a:t>
            </a:r>
            <a:r>
              <a:rPr lang="zh-CN" altLang="en-US" sz="2400" dirty="0"/>
              <a:t>．在大型网络中部署</a:t>
            </a:r>
            <a:r>
              <a:rPr lang="en-US" altLang="zh-CN" sz="2400" dirty="0"/>
              <a:t>DHCP</a:t>
            </a:r>
          </a:p>
          <a:p>
            <a:pPr>
              <a:spcBef>
                <a:spcPts val="0"/>
              </a:spcBef>
              <a:spcAft>
                <a:spcPts val="0"/>
              </a:spcAft>
              <a:defRPr/>
            </a:pPr>
            <a:r>
              <a:rPr lang="zh-CN" altLang="en-US" sz="2400" dirty="0">
                <a:solidFill>
                  <a:srgbClr val="FF0000"/>
                </a:solidFill>
              </a:rPr>
              <a:t>在大型网络中，由于主机数目较多、网络结构相对复杂、网络应用多、网络的安全性要求较高</a:t>
            </a:r>
            <a:r>
              <a:rPr lang="zh-CN" altLang="en-US" sz="2400" dirty="0"/>
              <a:t>等原因，使得</a:t>
            </a:r>
            <a:r>
              <a:rPr lang="en-US" altLang="zh-CN" sz="2400" dirty="0"/>
              <a:t>DHCP</a:t>
            </a:r>
            <a:r>
              <a:rPr lang="zh-CN" altLang="en-US" sz="2400" dirty="0"/>
              <a:t>的部署更为复杂。在网络中物理子网划分的数量以及路由器的位置将对</a:t>
            </a:r>
            <a:r>
              <a:rPr lang="en-US" altLang="zh-CN" sz="2400" dirty="0"/>
              <a:t>DHCP</a:t>
            </a:r>
            <a:r>
              <a:rPr lang="zh-CN" altLang="en-US" sz="2400" dirty="0"/>
              <a:t>性能发挥的影响非常明显，因为广播包在物理子网之间的传输和对路由器的跨越是比较困难的。</a:t>
            </a:r>
          </a:p>
          <a:p>
            <a:pPr>
              <a:spcBef>
                <a:spcPts val="0"/>
              </a:spcBef>
              <a:spcAft>
                <a:spcPts val="0"/>
              </a:spcAft>
              <a:defRPr/>
            </a:pPr>
            <a:r>
              <a:rPr lang="zh-CN" altLang="en-US" sz="2400" dirty="0"/>
              <a:t>在大型网络中通常会</a:t>
            </a:r>
            <a:r>
              <a:rPr lang="zh-CN" altLang="en-US" sz="2400" dirty="0">
                <a:solidFill>
                  <a:srgbClr val="FF0000"/>
                </a:solidFill>
              </a:rPr>
              <a:t>采用路由器将网络划分为多个物理子网</a:t>
            </a:r>
            <a:r>
              <a:rPr lang="zh-CN" altLang="en-US" sz="2400" dirty="0"/>
              <a:t>，而路由器的主要功能就是屏蔽子网间的广播，减少网络带宽占用，提高网络性能。如果子网中没有一台</a:t>
            </a:r>
            <a:r>
              <a:rPr lang="en-US" altLang="zh-CN" sz="2400" dirty="0"/>
              <a:t>DHCP</a:t>
            </a:r>
            <a:r>
              <a:rPr lang="zh-CN" altLang="en-US" sz="2400" dirty="0"/>
              <a:t>服务器，</a:t>
            </a:r>
            <a:r>
              <a:rPr lang="zh-CN" altLang="en-US" sz="2400" dirty="0">
                <a:solidFill>
                  <a:srgbClr val="FF0000"/>
                </a:solidFill>
              </a:rPr>
              <a:t>那么每个子网中的主机将没有办法跨越子网来定位</a:t>
            </a:r>
            <a:r>
              <a:rPr lang="en-US" altLang="zh-CN" sz="2400" dirty="0">
                <a:solidFill>
                  <a:srgbClr val="FF0000"/>
                </a:solidFill>
              </a:rPr>
              <a:t>DHCP</a:t>
            </a:r>
            <a:r>
              <a:rPr lang="zh-CN" altLang="en-US" sz="2400" dirty="0">
                <a:solidFill>
                  <a:srgbClr val="FF0000"/>
                </a:solidFill>
              </a:rPr>
              <a:t>服务器</a:t>
            </a:r>
            <a:r>
              <a:rPr lang="zh-CN" altLang="en-US" sz="2400" dirty="0"/>
              <a:t>，也就无法获得</a:t>
            </a:r>
            <a:r>
              <a:rPr lang="en-US" altLang="zh-CN" sz="2400" dirty="0"/>
              <a:t>IP</a:t>
            </a:r>
            <a:r>
              <a:rPr lang="zh-CN" altLang="en-US" sz="2400" dirty="0"/>
              <a:t>地址。要想解决这样的问题，可以有两种方法：</a:t>
            </a:r>
          </a:p>
          <a:p>
            <a:pPr>
              <a:spcBef>
                <a:spcPts val="0"/>
              </a:spcBef>
              <a:spcAft>
                <a:spcPts val="0"/>
              </a:spcAft>
              <a:defRPr/>
            </a:pPr>
            <a:r>
              <a:rPr lang="zh-CN" altLang="en-US" sz="2400" dirty="0"/>
              <a:t>（</a:t>
            </a:r>
            <a:r>
              <a:rPr lang="en-US" altLang="zh-CN" sz="2400" dirty="0"/>
              <a:t>1</a:t>
            </a:r>
            <a:r>
              <a:rPr lang="zh-CN" altLang="en-US" sz="2400" dirty="0"/>
              <a:t>）为每一个子网配置一台</a:t>
            </a:r>
            <a:r>
              <a:rPr lang="en-US" altLang="zh-CN" sz="2400" dirty="0"/>
              <a:t>DHCP</a:t>
            </a:r>
            <a:r>
              <a:rPr lang="zh-CN" altLang="en-US" sz="2400" dirty="0"/>
              <a:t>服务器，可以有效地解决每个子网中的主机方便地获取</a:t>
            </a:r>
            <a:r>
              <a:rPr lang="en-US" altLang="zh-CN" sz="2400" dirty="0"/>
              <a:t>IP</a:t>
            </a:r>
            <a:r>
              <a:rPr lang="zh-CN" altLang="en-US" sz="2400" dirty="0"/>
              <a:t>地址，但是该方法的</a:t>
            </a:r>
            <a:r>
              <a:rPr lang="zh-CN" altLang="en-US" sz="2400" dirty="0">
                <a:solidFill>
                  <a:srgbClr val="FF0000"/>
                </a:solidFill>
              </a:rPr>
              <a:t>不足之处</a:t>
            </a:r>
            <a:r>
              <a:rPr lang="zh-CN" altLang="en-US" sz="2400" dirty="0"/>
              <a:t>是网络管理将会有一定的麻烦。</a:t>
            </a:r>
          </a:p>
          <a:p>
            <a:pPr>
              <a:spcBef>
                <a:spcPts val="0"/>
              </a:spcBef>
              <a:spcAft>
                <a:spcPts val="0"/>
              </a:spcAft>
              <a:defRPr/>
            </a:pPr>
            <a:r>
              <a:rPr lang="zh-CN" altLang="en-US" sz="2400" dirty="0"/>
              <a:t>（</a:t>
            </a:r>
            <a:r>
              <a:rPr lang="en-US" altLang="zh-CN" sz="2400" dirty="0"/>
              <a:t>2</a:t>
            </a:r>
            <a:r>
              <a:rPr lang="zh-CN" altLang="en-US" sz="2400" dirty="0"/>
              <a:t>）在每个子网中设定一个</a:t>
            </a:r>
            <a:r>
              <a:rPr lang="en-US" altLang="zh-CN" sz="2400" dirty="0"/>
              <a:t>DHCP</a:t>
            </a:r>
            <a:r>
              <a:rPr lang="zh-CN" altLang="en-US" sz="2400" dirty="0"/>
              <a:t>中继代理。网络中的主机将</a:t>
            </a:r>
            <a:r>
              <a:rPr lang="en-US" altLang="zh-CN" sz="2400" dirty="0"/>
              <a:t>IP</a:t>
            </a:r>
            <a:r>
              <a:rPr lang="zh-CN" altLang="en-US" sz="2400" dirty="0"/>
              <a:t>请求发送给中继代理，由中继代理向</a:t>
            </a:r>
            <a:r>
              <a:rPr lang="en-US" altLang="zh-CN" sz="2400" dirty="0"/>
              <a:t>DHCP</a:t>
            </a:r>
            <a:r>
              <a:rPr lang="zh-CN" altLang="en-US" sz="2400" dirty="0"/>
              <a:t>服务器发出请求，并将获得的</a:t>
            </a:r>
            <a:r>
              <a:rPr lang="en-US" altLang="zh-CN" sz="2400" dirty="0"/>
              <a:t>IP</a:t>
            </a:r>
            <a:r>
              <a:rPr lang="zh-CN" altLang="en-US" sz="2400" dirty="0"/>
              <a:t>地址返回</a:t>
            </a:r>
            <a:r>
              <a:rPr lang="en-US" altLang="zh-CN" sz="2400" dirty="0"/>
              <a:t>DHCP</a:t>
            </a:r>
            <a:r>
              <a:rPr lang="zh-CN" altLang="en-US" sz="2400" dirty="0"/>
              <a:t>客户机。</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674" name="标题 1">
            <a:extLst>
              <a:ext uri="{FF2B5EF4-FFF2-40B4-BE49-F238E27FC236}">
                <a16:creationId xmlns:a16="http://schemas.microsoft.com/office/drawing/2014/main" id="{957389FC-6951-0E94-812F-C5453EF3B945}"/>
              </a:ext>
            </a:extLst>
          </p:cNvPr>
          <p:cNvSpPr>
            <a:spLocks noGrp="1" noChangeArrowheads="1"/>
          </p:cNvSpPr>
          <p:nvPr>
            <p:ph type="title"/>
          </p:nvPr>
        </p:nvSpPr>
        <p:spPr/>
        <p:txBody>
          <a:bodyPr/>
          <a:lstStyle/>
          <a:p>
            <a:r>
              <a:rPr lang="en-US" altLang="zh-CN"/>
              <a:t>16.4  DHCP</a:t>
            </a:r>
            <a:r>
              <a:rPr lang="zh-CN" altLang="en-US"/>
              <a:t>规划</a:t>
            </a:r>
          </a:p>
        </p:txBody>
      </p:sp>
      <p:sp>
        <p:nvSpPr>
          <p:cNvPr id="4099" name="内容占位符 2">
            <a:extLst>
              <a:ext uri="{FF2B5EF4-FFF2-40B4-BE49-F238E27FC236}">
                <a16:creationId xmlns:a16="http://schemas.microsoft.com/office/drawing/2014/main" id="{943CCF10-C779-ACF1-0409-13979C5996A9}"/>
              </a:ext>
            </a:extLst>
          </p:cNvPr>
          <p:cNvSpPr>
            <a:spLocks noGrp="1" noChangeArrowheads="1"/>
          </p:cNvSpPr>
          <p:nvPr>
            <p:ph idx="1"/>
          </p:nvPr>
        </p:nvSpPr>
        <p:spPr>
          <a:xfrm>
            <a:off x="107950" y="549275"/>
            <a:ext cx="9036050" cy="5832475"/>
          </a:xfrm>
        </p:spPr>
        <p:txBody>
          <a:bodyPr/>
          <a:lstStyle/>
          <a:p>
            <a:pPr marL="0" indent="0">
              <a:spcBef>
                <a:spcPts val="0"/>
              </a:spcBef>
              <a:spcAft>
                <a:spcPts val="0"/>
              </a:spcAft>
              <a:buFont typeface="Wingdings" panose="05000000000000000000" pitchFamily="2" charset="2"/>
              <a:buNone/>
              <a:defRPr/>
            </a:pPr>
            <a:r>
              <a:rPr lang="en-US" altLang="zh-CN" dirty="0"/>
              <a:t>16.4.2  </a:t>
            </a:r>
            <a:r>
              <a:rPr lang="zh-CN" altLang="en-US" dirty="0"/>
              <a:t>设置</a:t>
            </a:r>
            <a:r>
              <a:rPr lang="en-US" altLang="zh-CN" dirty="0"/>
              <a:t>DHCP</a:t>
            </a:r>
            <a:r>
              <a:rPr lang="zh-CN" altLang="en-US" dirty="0"/>
              <a:t>中继</a:t>
            </a:r>
          </a:p>
          <a:p>
            <a:pPr>
              <a:spcBef>
                <a:spcPts val="0"/>
              </a:spcBef>
              <a:spcAft>
                <a:spcPts val="0"/>
              </a:spcAft>
              <a:defRPr/>
            </a:pPr>
            <a:r>
              <a:rPr lang="en-US" altLang="zh-CN" dirty="0"/>
              <a:t>DHCP</a:t>
            </a:r>
            <a:r>
              <a:rPr lang="zh-CN" altLang="en-US" dirty="0"/>
              <a:t>中继代理允许将无</a:t>
            </a:r>
            <a:r>
              <a:rPr lang="en-US" altLang="zh-CN" dirty="0"/>
              <a:t>DHCP</a:t>
            </a:r>
            <a:r>
              <a:rPr lang="zh-CN" altLang="en-US" dirty="0"/>
              <a:t>服务器子网内的</a:t>
            </a:r>
            <a:r>
              <a:rPr lang="en-US" altLang="zh-CN" dirty="0"/>
              <a:t>DHCP</a:t>
            </a:r>
            <a:r>
              <a:rPr lang="zh-CN" altLang="en-US" dirty="0"/>
              <a:t>客户机的</a:t>
            </a:r>
            <a:r>
              <a:rPr lang="en-US" altLang="zh-CN" dirty="0"/>
              <a:t>DHCP</a:t>
            </a:r>
            <a:r>
              <a:rPr lang="zh-CN" altLang="en-US" dirty="0"/>
              <a:t>请求</a:t>
            </a:r>
            <a:r>
              <a:rPr lang="zh-CN" altLang="en-US" dirty="0">
                <a:solidFill>
                  <a:srgbClr val="FF0000"/>
                </a:solidFill>
              </a:rPr>
              <a:t>转发给其他子网的一个或多个</a:t>
            </a:r>
            <a:r>
              <a:rPr lang="en-US" altLang="zh-CN" dirty="0">
                <a:solidFill>
                  <a:srgbClr val="FF0000"/>
                </a:solidFill>
              </a:rPr>
              <a:t>DHCP</a:t>
            </a:r>
            <a:r>
              <a:rPr lang="zh-CN" altLang="en-US" dirty="0">
                <a:solidFill>
                  <a:srgbClr val="FF0000"/>
                </a:solidFill>
              </a:rPr>
              <a:t>服务器</a:t>
            </a:r>
            <a:r>
              <a:rPr lang="zh-CN" altLang="en-US" dirty="0"/>
              <a:t>。当某个</a:t>
            </a:r>
            <a:r>
              <a:rPr lang="en-US" altLang="zh-CN" dirty="0"/>
              <a:t>DHCP</a:t>
            </a:r>
            <a:r>
              <a:rPr lang="zh-CN" altLang="en-US" dirty="0"/>
              <a:t>客户机发出请求信息时，</a:t>
            </a:r>
            <a:r>
              <a:rPr lang="en-US" altLang="zh-CN" dirty="0"/>
              <a:t>DHCP</a:t>
            </a:r>
            <a:r>
              <a:rPr lang="zh-CN" altLang="en-US" dirty="0"/>
              <a:t>中继代理把该请求转发给</a:t>
            </a:r>
            <a:r>
              <a:rPr lang="en-US" altLang="zh-CN" dirty="0"/>
              <a:t>DHCP</a:t>
            </a:r>
            <a:r>
              <a:rPr lang="zh-CN" altLang="en-US" dirty="0"/>
              <a:t>中继代理启动时所设定的</a:t>
            </a:r>
            <a:r>
              <a:rPr lang="en-US" altLang="zh-CN" dirty="0"/>
              <a:t>DHCP</a:t>
            </a:r>
            <a:r>
              <a:rPr lang="zh-CN" altLang="en-US" dirty="0"/>
              <a:t>服务器，当</a:t>
            </a:r>
            <a:r>
              <a:rPr lang="en-US" altLang="zh-CN" dirty="0"/>
              <a:t>DHCP</a:t>
            </a:r>
            <a:r>
              <a:rPr lang="zh-CN" altLang="en-US" dirty="0"/>
              <a:t>服务器返回应答时，该应答被广播或单播给发出请求的客户机所在的网络。需要注意的是</a:t>
            </a:r>
            <a:r>
              <a:rPr lang="en-US" altLang="zh-CN" dirty="0"/>
              <a:t>DHCP</a:t>
            </a:r>
            <a:r>
              <a:rPr lang="zh-CN" altLang="en-US" dirty="0"/>
              <a:t>中继代理本身应该具有静态</a:t>
            </a:r>
            <a:r>
              <a:rPr lang="en-US" altLang="zh-CN" dirty="0"/>
              <a:t>IP</a:t>
            </a:r>
            <a:r>
              <a:rPr lang="zh-CN" altLang="en-US" dirty="0"/>
              <a:t>地址。</a:t>
            </a:r>
          </a:p>
          <a:p>
            <a:pPr>
              <a:spcBef>
                <a:spcPts val="0"/>
              </a:spcBef>
              <a:spcAft>
                <a:spcPts val="0"/>
              </a:spcAft>
              <a:defRPr/>
            </a:pPr>
            <a:r>
              <a:rPr lang="zh-CN" altLang="en-US" dirty="0">
                <a:solidFill>
                  <a:srgbClr val="FF0000"/>
                </a:solidFill>
              </a:rPr>
              <a:t>若要使用</a:t>
            </a:r>
            <a:r>
              <a:rPr lang="en-US" altLang="zh-CN" dirty="0">
                <a:solidFill>
                  <a:srgbClr val="FF0000"/>
                </a:solidFill>
              </a:rPr>
              <a:t>DHCP</a:t>
            </a:r>
            <a:r>
              <a:rPr lang="zh-CN" altLang="en-US" dirty="0">
                <a:solidFill>
                  <a:srgbClr val="FF0000"/>
                </a:solidFill>
              </a:rPr>
              <a:t>中继，需要安装</a:t>
            </a:r>
            <a:r>
              <a:rPr lang="en-US" altLang="zh-CN" dirty="0">
                <a:solidFill>
                  <a:srgbClr val="FF0000"/>
                </a:solidFill>
              </a:rPr>
              <a:t>DHCP</a:t>
            </a:r>
            <a:r>
              <a:rPr lang="zh-CN" altLang="en-US" dirty="0">
                <a:solidFill>
                  <a:srgbClr val="FF0000"/>
                </a:solidFill>
              </a:rPr>
              <a:t>中继及相关软件包</a:t>
            </a:r>
            <a:r>
              <a:rPr lang="zh-CN" altLang="en-US" dirty="0"/>
              <a:t>。在红帽系列系统下，该软件包为</a:t>
            </a:r>
            <a:r>
              <a:rPr lang="en-US" altLang="zh-CN" dirty="0" err="1"/>
              <a:t>dhcp</a:t>
            </a:r>
            <a:r>
              <a:rPr lang="en-US" altLang="zh-CN" dirty="0"/>
              <a:t>-relay</a:t>
            </a:r>
            <a:r>
              <a:rPr lang="zh-CN" altLang="en-US" dirty="0"/>
              <a:t>，在</a:t>
            </a:r>
            <a:r>
              <a:rPr lang="en-US" altLang="zh-CN" dirty="0"/>
              <a:t>ubuntu</a:t>
            </a:r>
            <a:r>
              <a:rPr lang="zh-CN" altLang="en-US" dirty="0"/>
              <a:t>下该软件包为</a:t>
            </a:r>
            <a:r>
              <a:rPr lang="en-US" altLang="zh-CN" dirty="0" err="1"/>
              <a:t>isc</a:t>
            </a:r>
            <a:r>
              <a:rPr lang="en-US" altLang="zh-CN" dirty="0"/>
              <a:t>-</a:t>
            </a:r>
            <a:r>
              <a:rPr lang="en-US" altLang="zh-CN" dirty="0" err="1"/>
              <a:t>dhcp</a:t>
            </a:r>
            <a:r>
              <a:rPr lang="en-US" altLang="zh-CN" dirty="0"/>
              <a:t>-relay</a:t>
            </a:r>
            <a:r>
              <a:rPr lang="zh-CN" altLang="en-US" dirty="0"/>
              <a:t>，它们所对应的服务分别为</a:t>
            </a:r>
            <a:r>
              <a:rPr lang="en-US" altLang="zh-CN" dirty="0" err="1"/>
              <a:t>dhcrelay</a:t>
            </a:r>
            <a:r>
              <a:rPr lang="en-US" altLang="zh-CN" dirty="0"/>
              <a:t>. service</a:t>
            </a:r>
            <a:r>
              <a:rPr lang="zh-CN" altLang="en-US" dirty="0"/>
              <a:t>和</a:t>
            </a:r>
            <a:r>
              <a:rPr lang="en-US" altLang="zh-CN" dirty="0" err="1"/>
              <a:t>isc-dhcp-relay.service</a:t>
            </a:r>
            <a:r>
              <a:rPr lang="zh-CN" altLang="en-US" dirty="0"/>
              <a:t>（</a:t>
            </a:r>
            <a:r>
              <a:rPr lang="en-US" altLang="zh-CN" dirty="0"/>
              <a:t>isc-dhcp-relay6.service</a:t>
            </a:r>
            <a:r>
              <a:rPr lang="zh-CN" altLang="en-US" dirty="0"/>
              <a: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698" name="标题 1">
            <a:extLst>
              <a:ext uri="{FF2B5EF4-FFF2-40B4-BE49-F238E27FC236}">
                <a16:creationId xmlns:a16="http://schemas.microsoft.com/office/drawing/2014/main" id="{1A20164C-C4AC-5CB6-3A0E-54A433D2968C}"/>
              </a:ext>
            </a:extLst>
          </p:cNvPr>
          <p:cNvSpPr>
            <a:spLocks noGrp="1" noChangeArrowheads="1"/>
          </p:cNvSpPr>
          <p:nvPr>
            <p:ph type="title"/>
          </p:nvPr>
        </p:nvSpPr>
        <p:spPr/>
        <p:txBody>
          <a:bodyPr/>
          <a:lstStyle/>
          <a:p>
            <a:r>
              <a:rPr lang="en-US" altLang="zh-CN"/>
              <a:t>16.5  DHCP</a:t>
            </a:r>
            <a:r>
              <a:rPr lang="zh-CN" altLang="en-US"/>
              <a:t>客户端设置</a:t>
            </a:r>
          </a:p>
        </p:txBody>
      </p:sp>
      <p:sp>
        <p:nvSpPr>
          <p:cNvPr id="4099" name="内容占位符 2">
            <a:extLst>
              <a:ext uri="{FF2B5EF4-FFF2-40B4-BE49-F238E27FC236}">
                <a16:creationId xmlns:a16="http://schemas.microsoft.com/office/drawing/2014/main" id="{4CDD779F-FBE4-D8A3-38A1-1461FD71FBE2}"/>
              </a:ext>
            </a:extLst>
          </p:cNvPr>
          <p:cNvSpPr>
            <a:spLocks noGrp="1" noChangeArrowheads="1"/>
          </p:cNvSpPr>
          <p:nvPr>
            <p:ph idx="1"/>
          </p:nvPr>
        </p:nvSpPr>
        <p:spPr>
          <a:xfrm>
            <a:off x="179388" y="549275"/>
            <a:ext cx="8775700" cy="5832475"/>
          </a:xfrm>
        </p:spPr>
        <p:txBody>
          <a:bodyPr/>
          <a:lstStyle/>
          <a:p>
            <a:pPr marL="0" indent="0">
              <a:buFont typeface="Wingdings" panose="05000000000000000000" pitchFamily="2" charset="2"/>
              <a:buNone/>
              <a:defRPr/>
            </a:pPr>
            <a:r>
              <a:rPr lang="en-US" altLang="zh-CN" sz="3600" dirty="0"/>
              <a:t>16.5  DHCP</a:t>
            </a:r>
            <a:r>
              <a:rPr lang="zh-CN" altLang="en-US" sz="3600" dirty="0"/>
              <a:t>客户端设置</a:t>
            </a:r>
          </a:p>
          <a:p>
            <a:pPr>
              <a:defRPr/>
            </a:pPr>
            <a:r>
              <a:rPr lang="zh-CN" altLang="en-US" sz="3600" dirty="0"/>
              <a:t>在</a:t>
            </a:r>
            <a:r>
              <a:rPr lang="en-US" altLang="zh-CN" sz="3600" dirty="0"/>
              <a:t>Linux</a:t>
            </a:r>
            <a:r>
              <a:rPr lang="zh-CN" altLang="en-US" sz="3600" dirty="0"/>
              <a:t>系统中，网络配置可以理解为</a:t>
            </a:r>
            <a:r>
              <a:rPr lang="en-US" altLang="zh-CN" sz="3600" dirty="0"/>
              <a:t>DHCP</a:t>
            </a:r>
            <a:r>
              <a:rPr lang="zh-CN" altLang="en-US" sz="3600" dirty="0"/>
              <a:t>客户端设置。关于系统的网络配置，可通过图形界面方式和手工修改配置文件两种方式进行，具体</a:t>
            </a:r>
            <a:r>
              <a:rPr lang="zh-CN" altLang="en-US" sz="3600" dirty="0">
                <a:solidFill>
                  <a:srgbClr val="FF0000"/>
                </a:solidFill>
              </a:rPr>
              <a:t>参见第</a:t>
            </a:r>
            <a:r>
              <a:rPr lang="en-US" altLang="zh-CN" sz="3600" dirty="0">
                <a:solidFill>
                  <a:srgbClr val="FF0000"/>
                </a:solidFill>
              </a:rPr>
              <a:t>9</a:t>
            </a:r>
            <a:r>
              <a:rPr lang="zh-CN" altLang="en-US" sz="3600" dirty="0">
                <a:solidFill>
                  <a:srgbClr val="FF0000"/>
                </a:solidFill>
              </a:rPr>
              <a:t>章</a:t>
            </a:r>
            <a:r>
              <a:rPr lang="zh-CN" altLang="en-US" sz="3600" dirty="0"/>
              <a:t>的网络设置部分。以下简单回顾一下。</a:t>
            </a:r>
          </a:p>
          <a:p>
            <a:pPr>
              <a:defRPr/>
            </a:pPr>
            <a:endParaRPr lang="zh-CN" altLang="en-US" sz="2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22" name="标题 1">
            <a:extLst>
              <a:ext uri="{FF2B5EF4-FFF2-40B4-BE49-F238E27FC236}">
                <a16:creationId xmlns:a16="http://schemas.microsoft.com/office/drawing/2014/main" id="{FD576F5E-24E7-4099-D842-19B2902F324B}"/>
              </a:ext>
            </a:extLst>
          </p:cNvPr>
          <p:cNvSpPr>
            <a:spLocks noGrp="1" noChangeArrowheads="1"/>
          </p:cNvSpPr>
          <p:nvPr>
            <p:ph type="title"/>
          </p:nvPr>
        </p:nvSpPr>
        <p:spPr>
          <a:xfrm>
            <a:off x="250825" y="44450"/>
            <a:ext cx="8405813" cy="431800"/>
          </a:xfrm>
        </p:spPr>
        <p:txBody>
          <a:bodyPr/>
          <a:lstStyle/>
          <a:p>
            <a:r>
              <a:rPr lang="en-US" altLang="zh-CN"/>
              <a:t>9.3.4  </a:t>
            </a:r>
            <a:r>
              <a:rPr lang="zh-CN" altLang="zh-CN"/>
              <a:t>网络接口配置（</a:t>
            </a:r>
            <a:r>
              <a:rPr lang="en-US" altLang="zh-CN"/>
              <a:t>ifconfig</a:t>
            </a:r>
            <a:r>
              <a:rPr lang="zh-CN" altLang="zh-CN"/>
              <a:t>）</a:t>
            </a:r>
            <a:endParaRPr lang="zh-CN" altLang="en-US"/>
          </a:p>
        </p:txBody>
      </p:sp>
      <p:sp>
        <p:nvSpPr>
          <p:cNvPr id="1048656" name="内容占位符 2">
            <a:extLst>
              <a:ext uri="{FF2B5EF4-FFF2-40B4-BE49-F238E27FC236}">
                <a16:creationId xmlns:a16="http://schemas.microsoft.com/office/drawing/2014/main" id="{AC21ABE8-F19D-72DF-6D83-6AE26B65F80A}"/>
              </a:ext>
            </a:extLst>
          </p:cNvPr>
          <p:cNvSpPr>
            <a:spLocks noGrp="1"/>
          </p:cNvSpPr>
          <p:nvPr>
            <p:ph idx="1"/>
          </p:nvPr>
        </p:nvSpPr>
        <p:spPr>
          <a:xfrm>
            <a:off x="179388" y="692150"/>
            <a:ext cx="8713787" cy="5772150"/>
          </a:xfrm>
        </p:spPr>
        <p:txBody>
          <a:bodyPr/>
          <a:lstStyle/>
          <a:p>
            <a:pPr fontAlgn="ctr">
              <a:spcBef>
                <a:spcPts val="0"/>
              </a:spcBef>
              <a:spcAft>
                <a:spcPts val="0"/>
              </a:spcAft>
              <a:defRPr/>
            </a:pPr>
            <a:r>
              <a:rPr lang="en-US" altLang="zh-CN" sz="4800" dirty="0" err="1"/>
              <a:t>ifconfig</a:t>
            </a:r>
            <a:r>
              <a:rPr lang="zh-CN" altLang="zh-CN" sz="4800" dirty="0"/>
              <a:t>的功能是</a:t>
            </a:r>
            <a:r>
              <a:rPr lang="zh-CN" altLang="zh-CN" sz="4800" dirty="0">
                <a:solidFill>
                  <a:srgbClr val="FF0000"/>
                </a:solidFill>
              </a:rPr>
              <a:t>管理网络接口</a:t>
            </a:r>
            <a:r>
              <a:rPr lang="zh-CN" altLang="zh-CN" sz="4800" dirty="0"/>
              <a:t>，用于</a:t>
            </a:r>
            <a:r>
              <a:rPr lang="zh-CN" altLang="zh-CN" sz="4800" dirty="0">
                <a:solidFill>
                  <a:srgbClr val="FF0000"/>
                </a:solidFill>
              </a:rPr>
              <a:t>查看、配置、启用或禁用网络接口</a:t>
            </a:r>
            <a:r>
              <a:rPr lang="zh-CN" altLang="zh-CN" sz="4800" dirty="0"/>
              <a:t>，其用法为：</a:t>
            </a:r>
          </a:p>
          <a:p>
            <a:pPr marL="0" indent="0">
              <a:spcBef>
                <a:spcPts val="0"/>
              </a:spcBef>
              <a:spcAft>
                <a:spcPts val="0"/>
              </a:spcAft>
              <a:buFont typeface="Arial" panose="020B0604020202020204" pitchFamily="34" charset="0"/>
              <a:buNone/>
              <a:defRPr/>
            </a:pPr>
            <a:r>
              <a:rPr lang="en-US" altLang="zh-CN" sz="4800" dirty="0" err="1"/>
              <a:t>ifconfig</a:t>
            </a:r>
            <a:r>
              <a:rPr lang="en-US" altLang="zh-CN" sz="4800" dirty="0"/>
              <a:t> [interface]</a:t>
            </a:r>
            <a:endParaRPr lang="zh-CN" altLang="zh-CN" sz="4800" dirty="0"/>
          </a:p>
          <a:p>
            <a:pPr marL="0" indent="0">
              <a:spcBef>
                <a:spcPts val="0"/>
              </a:spcBef>
              <a:spcAft>
                <a:spcPts val="0"/>
              </a:spcAft>
              <a:buFont typeface="Arial" panose="020B0604020202020204" pitchFamily="34" charset="0"/>
              <a:buNone/>
              <a:defRPr/>
            </a:pPr>
            <a:r>
              <a:rPr lang="en-US" altLang="zh-CN" sz="4800" dirty="0" err="1"/>
              <a:t>ifconfig</a:t>
            </a:r>
            <a:r>
              <a:rPr lang="en-US" altLang="zh-CN" sz="4800" dirty="0"/>
              <a:t> interface [</a:t>
            </a:r>
            <a:r>
              <a:rPr lang="en-US" altLang="zh-CN" sz="4800" dirty="0" err="1"/>
              <a:t>aftype</a:t>
            </a:r>
            <a:r>
              <a:rPr lang="en-US" altLang="zh-CN" sz="4800" dirty="0"/>
              <a:t>] options | address …</a:t>
            </a:r>
            <a:endParaRPr lang="zh-CN" altLang="en-US" sz="4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746" name="标题 1">
            <a:extLst>
              <a:ext uri="{FF2B5EF4-FFF2-40B4-BE49-F238E27FC236}">
                <a16:creationId xmlns:a16="http://schemas.microsoft.com/office/drawing/2014/main" id="{9576F8A6-E046-D00B-87AF-217C1225773C}"/>
              </a:ext>
            </a:extLst>
          </p:cNvPr>
          <p:cNvSpPr>
            <a:spLocks noGrp="1" noChangeArrowheads="1"/>
          </p:cNvSpPr>
          <p:nvPr>
            <p:ph type="title"/>
          </p:nvPr>
        </p:nvSpPr>
        <p:spPr>
          <a:xfrm>
            <a:off x="0" y="44450"/>
            <a:ext cx="9109075" cy="504825"/>
          </a:xfrm>
        </p:spPr>
        <p:txBody>
          <a:bodyPr/>
          <a:lstStyle/>
          <a:p>
            <a:r>
              <a:rPr lang="en-US" altLang="zh-CN"/>
              <a:t>9.3.4  </a:t>
            </a:r>
            <a:r>
              <a:rPr lang="zh-CN" altLang="zh-CN"/>
              <a:t>网络接口配置（</a:t>
            </a:r>
            <a:r>
              <a:rPr lang="en-US" altLang="zh-CN"/>
              <a:t>ifconfig</a:t>
            </a:r>
            <a:r>
              <a:rPr lang="zh-CN" altLang="zh-CN"/>
              <a:t>）</a:t>
            </a:r>
            <a:endParaRPr lang="zh-CN" altLang="en-US"/>
          </a:p>
        </p:txBody>
      </p:sp>
      <p:sp>
        <p:nvSpPr>
          <p:cNvPr id="31747" name="内容占位符 2">
            <a:extLst>
              <a:ext uri="{FF2B5EF4-FFF2-40B4-BE49-F238E27FC236}">
                <a16:creationId xmlns:a16="http://schemas.microsoft.com/office/drawing/2014/main" id="{8E146E6E-7A09-D87C-3573-890523A472CA}"/>
              </a:ext>
            </a:extLst>
          </p:cNvPr>
          <p:cNvSpPr>
            <a:spLocks noGrp="1" noChangeArrowheads="1"/>
          </p:cNvSpPr>
          <p:nvPr>
            <p:ph idx="1"/>
          </p:nvPr>
        </p:nvSpPr>
        <p:spPr>
          <a:xfrm>
            <a:off x="0" y="571500"/>
            <a:ext cx="8893175" cy="433388"/>
          </a:xfrm>
        </p:spPr>
        <p:txBody>
          <a:bodyPr/>
          <a:lstStyle/>
          <a:p>
            <a:pPr fontAlgn="ctr"/>
            <a:r>
              <a:rPr lang="en-US" altLang="zh-CN"/>
              <a:t>ifconfig</a:t>
            </a:r>
            <a:r>
              <a:rPr lang="zh-CN" altLang="zh-CN"/>
              <a:t>命令的主要参数</a:t>
            </a:r>
            <a:endParaRPr lang="en-US" altLang="zh-CN"/>
          </a:p>
          <a:p>
            <a:pPr fontAlgn="ctr"/>
            <a:endParaRPr lang="zh-CN" altLang="en-US"/>
          </a:p>
        </p:txBody>
      </p:sp>
      <p:graphicFrame>
        <p:nvGraphicFramePr>
          <p:cNvPr id="4194308" name="表格 3">
            <a:extLst>
              <a:ext uri="{FF2B5EF4-FFF2-40B4-BE49-F238E27FC236}">
                <a16:creationId xmlns:a16="http://schemas.microsoft.com/office/drawing/2014/main" id="{92A4A79F-F51E-C818-7F2B-5B9141AF8F6A}"/>
              </a:ext>
            </a:extLst>
          </p:cNvPr>
          <p:cNvGraphicFramePr>
            <a:graphicFrameLocks noGrp="1"/>
          </p:cNvGraphicFramePr>
          <p:nvPr/>
        </p:nvGraphicFramePr>
        <p:xfrm>
          <a:off x="73025" y="1004888"/>
          <a:ext cx="9036050" cy="5588000"/>
        </p:xfrm>
        <a:graphic>
          <a:graphicData uri="http://schemas.openxmlformats.org/drawingml/2006/table">
            <a:tbl>
              <a:tblPr>
                <a:tableStyleId>{5C22544A-7EE6-4342-B048-85BDC9FD1C3A}</a:tableStyleId>
              </a:tblPr>
              <a:tblGrid>
                <a:gridCol w="2337615">
                  <a:extLst>
                    <a:ext uri="{9D8B030D-6E8A-4147-A177-3AD203B41FA5}">
                      <a16:colId xmlns:a16="http://schemas.microsoft.com/office/drawing/2014/main" val="20000"/>
                    </a:ext>
                  </a:extLst>
                </a:gridCol>
                <a:gridCol w="6698435">
                  <a:extLst>
                    <a:ext uri="{9D8B030D-6E8A-4147-A177-3AD203B41FA5}">
                      <a16:colId xmlns:a16="http://schemas.microsoft.com/office/drawing/2014/main" val="20001"/>
                    </a:ext>
                  </a:extLst>
                </a:gridCol>
              </a:tblGrid>
              <a:tr h="276695">
                <a:tc>
                  <a:txBody>
                    <a:bodyPr/>
                    <a:lstStyle/>
                    <a:p>
                      <a:pPr algn="ctr">
                        <a:lnSpc>
                          <a:spcPts val="2200"/>
                        </a:lnSpc>
                        <a:spcAft>
                          <a:spcPts val="0"/>
                        </a:spcAft>
                      </a:pPr>
                      <a:r>
                        <a:rPr lang="zh-CN" sz="1700" b="1" kern="100" dirty="0">
                          <a:effectLst/>
                        </a:rPr>
                        <a:t>字 段 名 称</a:t>
                      </a:r>
                      <a:endParaRPr lang="zh-CN" sz="1700" b="1" kern="100" dirty="0">
                        <a:effectLst/>
                        <a:latin typeface="Times New Roman"/>
                        <a:ea typeface="宋体"/>
                      </a:endParaRPr>
                    </a:p>
                  </a:txBody>
                  <a:tcPr marL="68582" marR="68582" marT="0" marB="0" anchor="ctr"/>
                </a:tc>
                <a:tc>
                  <a:txBody>
                    <a:bodyPr/>
                    <a:lstStyle/>
                    <a:p>
                      <a:pPr algn="ctr">
                        <a:lnSpc>
                          <a:spcPts val="2200"/>
                        </a:lnSpc>
                        <a:spcAft>
                          <a:spcPts val="0"/>
                        </a:spcAft>
                      </a:pPr>
                      <a:r>
                        <a:rPr lang="zh-CN" sz="1700" b="1" kern="100" dirty="0">
                          <a:effectLst/>
                        </a:rPr>
                        <a:t>说</a:t>
                      </a:r>
                      <a:r>
                        <a:rPr lang="en-US" sz="1700" b="1" kern="100" dirty="0">
                          <a:effectLst/>
                        </a:rPr>
                        <a:t>    </a:t>
                      </a:r>
                      <a:r>
                        <a:rPr lang="zh-CN" sz="1700" b="1" kern="100" dirty="0">
                          <a:effectLst/>
                        </a:rPr>
                        <a:t>明</a:t>
                      </a:r>
                      <a:endParaRPr lang="zh-CN" sz="1700" b="1" kern="100" dirty="0">
                        <a:effectLst/>
                        <a:latin typeface="Times New Roman"/>
                        <a:ea typeface="宋体"/>
                      </a:endParaRPr>
                    </a:p>
                  </a:txBody>
                  <a:tcPr marL="68582" marR="68582" marT="0" marB="0" anchor="ctr"/>
                </a:tc>
                <a:extLst>
                  <a:ext uri="{0D108BD9-81ED-4DB2-BD59-A6C34878D82A}">
                    <a16:rowId xmlns:a16="http://schemas.microsoft.com/office/drawing/2014/main" val="10000"/>
                  </a:ext>
                </a:extLst>
              </a:tr>
              <a:tr h="279542">
                <a:tc>
                  <a:txBody>
                    <a:bodyPr/>
                    <a:lstStyle/>
                    <a:p>
                      <a:pPr algn="ctr">
                        <a:lnSpc>
                          <a:spcPts val="2200"/>
                        </a:lnSpc>
                        <a:spcAft>
                          <a:spcPts val="0"/>
                        </a:spcAft>
                      </a:pPr>
                      <a:r>
                        <a:rPr lang="en-US" sz="1700" b="1" kern="100">
                          <a:effectLst/>
                        </a:rPr>
                        <a:t>add addr/prefixlen</a:t>
                      </a:r>
                      <a:endParaRPr lang="zh-CN" sz="1700" b="1" kern="100">
                        <a:effectLst/>
                        <a:latin typeface="Times New Roman"/>
                        <a:ea typeface="宋体"/>
                      </a:endParaRPr>
                    </a:p>
                  </a:txBody>
                  <a:tcPr marL="68582" marR="68582" marT="0" marB="0" anchor="ctr"/>
                </a:tc>
                <a:tc>
                  <a:txBody>
                    <a:bodyPr/>
                    <a:lstStyle/>
                    <a:p>
                      <a:pPr algn="l">
                        <a:lnSpc>
                          <a:spcPts val="2200"/>
                        </a:lnSpc>
                        <a:spcAft>
                          <a:spcPts val="0"/>
                        </a:spcAft>
                      </a:pPr>
                      <a:r>
                        <a:rPr lang="zh-CN" sz="1700" b="1" kern="100" dirty="0">
                          <a:effectLst/>
                        </a:rPr>
                        <a:t>设置网卡上的</a:t>
                      </a:r>
                      <a:r>
                        <a:rPr lang="en-US" sz="1700" b="1" kern="100" dirty="0">
                          <a:effectLst/>
                        </a:rPr>
                        <a:t>IPv6</a:t>
                      </a:r>
                      <a:r>
                        <a:rPr lang="zh-CN" sz="1700" b="1" kern="100" dirty="0">
                          <a:effectLst/>
                        </a:rPr>
                        <a:t>地址</a:t>
                      </a:r>
                      <a:endParaRPr lang="zh-CN" sz="1700" b="1" kern="100" dirty="0">
                        <a:effectLst/>
                        <a:latin typeface="Times New Roman"/>
                        <a:ea typeface="宋体"/>
                      </a:endParaRPr>
                    </a:p>
                  </a:txBody>
                  <a:tcPr marL="68582" marR="68582" marT="0" marB="0" anchor="ctr"/>
                </a:tc>
                <a:extLst>
                  <a:ext uri="{0D108BD9-81ED-4DB2-BD59-A6C34878D82A}">
                    <a16:rowId xmlns:a16="http://schemas.microsoft.com/office/drawing/2014/main" val="10001"/>
                  </a:ext>
                </a:extLst>
              </a:tr>
              <a:tr h="279542">
                <a:tc>
                  <a:txBody>
                    <a:bodyPr/>
                    <a:lstStyle/>
                    <a:p>
                      <a:pPr algn="ctr">
                        <a:lnSpc>
                          <a:spcPts val="2200"/>
                        </a:lnSpc>
                        <a:spcAft>
                          <a:spcPts val="0"/>
                        </a:spcAft>
                      </a:pPr>
                      <a:r>
                        <a:rPr lang="en-US" sz="1700" b="1" kern="100">
                          <a:effectLst/>
                        </a:rPr>
                        <a:t>[-]arp</a:t>
                      </a:r>
                      <a:endParaRPr lang="zh-CN" sz="1700" b="1" kern="100">
                        <a:effectLst/>
                        <a:latin typeface="Times New Roman"/>
                        <a:ea typeface="宋体"/>
                      </a:endParaRPr>
                    </a:p>
                  </a:txBody>
                  <a:tcPr marL="68582" marR="68582" marT="0" marB="0" anchor="ctr"/>
                </a:tc>
                <a:tc>
                  <a:txBody>
                    <a:bodyPr/>
                    <a:lstStyle/>
                    <a:p>
                      <a:pPr algn="l">
                        <a:lnSpc>
                          <a:spcPts val="2200"/>
                        </a:lnSpc>
                        <a:spcAft>
                          <a:spcPts val="0"/>
                        </a:spcAft>
                      </a:pPr>
                      <a:r>
                        <a:rPr lang="zh-CN" sz="1700" b="1" kern="100">
                          <a:effectLst/>
                        </a:rPr>
                        <a:t>停用或应用</a:t>
                      </a:r>
                      <a:r>
                        <a:rPr lang="en-US" sz="1700" b="1" kern="100">
                          <a:effectLst/>
                        </a:rPr>
                        <a:t>ARP</a:t>
                      </a:r>
                      <a:r>
                        <a:rPr lang="zh-CN" sz="1700" b="1" kern="100">
                          <a:effectLst/>
                        </a:rPr>
                        <a:t>（地址解析协议）功能</a:t>
                      </a:r>
                      <a:endParaRPr lang="zh-CN" sz="1700" b="1" kern="100">
                        <a:effectLst/>
                        <a:latin typeface="Times New Roman"/>
                        <a:ea typeface="宋体"/>
                      </a:endParaRPr>
                    </a:p>
                  </a:txBody>
                  <a:tcPr marL="68582" marR="68582" marT="0" marB="0" anchor="ctr"/>
                </a:tc>
                <a:extLst>
                  <a:ext uri="{0D108BD9-81ED-4DB2-BD59-A6C34878D82A}">
                    <a16:rowId xmlns:a16="http://schemas.microsoft.com/office/drawing/2014/main" val="10002"/>
                  </a:ext>
                </a:extLst>
              </a:tr>
              <a:tr h="279542">
                <a:tc>
                  <a:txBody>
                    <a:bodyPr/>
                    <a:lstStyle/>
                    <a:p>
                      <a:pPr algn="ctr">
                        <a:lnSpc>
                          <a:spcPts val="2200"/>
                        </a:lnSpc>
                        <a:spcAft>
                          <a:spcPts val="0"/>
                        </a:spcAft>
                      </a:pPr>
                      <a:r>
                        <a:rPr lang="en-US" sz="1700" b="1" kern="100">
                          <a:effectLst/>
                        </a:rPr>
                        <a:t>del addr/prefixlen</a:t>
                      </a:r>
                      <a:endParaRPr lang="zh-CN" sz="1700" b="1" kern="100">
                        <a:effectLst/>
                        <a:latin typeface="Times New Roman"/>
                        <a:ea typeface="宋体"/>
                      </a:endParaRPr>
                    </a:p>
                  </a:txBody>
                  <a:tcPr marL="68582" marR="68582" marT="0" marB="0" anchor="ctr"/>
                </a:tc>
                <a:tc>
                  <a:txBody>
                    <a:bodyPr/>
                    <a:lstStyle/>
                    <a:p>
                      <a:pPr algn="l">
                        <a:lnSpc>
                          <a:spcPts val="2200"/>
                        </a:lnSpc>
                        <a:spcAft>
                          <a:spcPts val="0"/>
                        </a:spcAft>
                      </a:pPr>
                      <a:r>
                        <a:rPr lang="zh-CN" sz="1700" b="1" kern="100" dirty="0">
                          <a:effectLst/>
                        </a:rPr>
                        <a:t>删除网卡上的</a:t>
                      </a:r>
                      <a:r>
                        <a:rPr lang="en-US" sz="1700" b="1" kern="100" dirty="0">
                          <a:effectLst/>
                        </a:rPr>
                        <a:t>IPv6</a:t>
                      </a:r>
                      <a:r>
                        <a:rPr lang="zh-CN" sz="1700" b="1" kern="100" dirty="0">
                          <a:effectLst/>
                        </a:rPr>
                        <a:t>地址</a:t>
                      </a:r>
                      <a:endParaRPr lang="zh-CN" sz="1700" b="1" kern="100" dirty="0">
                        <a:effectLst/>
                        <a:latin typeface="Times New Roman"/>
                        <a:ea typeface="宋体"/>
                      </a:endParaRPr>
                    </a:p>
                  </a:txBody>
                  <a:tcPr marL="68582" marR="68582" marT="0" marB="0" anchor="ctr"/>
                </a:tc>
                <a:extLst>
                  <a:ext uri="{0D108BD9-81ED-4DB2-BD59-A6C34878D82A}">
                    <a16:rowId xmlns:a16="http://schemas.microsoft.com/office/drawing/2014/main" val="10003"/>
                  </a:ext>
                </a:extLst>
              </a:tr>
              <a:tr h="279542">
                <a:tc>
                  <a:txBody>
                    <a:bodyPr/>
                    <a:lstStyle/>
                    <a:p>
                      <a:pPr algn="ctr">
                        <a:lnSpc>
                          <a:spcPts val="2200"/>
                        </a:lnSpc>
                        <a:spcAft>
                          <a:spcPts val="0"/>
                        </a:spcAft>
                      </a:pPr>
                      <a:r>
                        <a:rPr lang="en-US" sz="1700" b="1" kern="100">
                          <a:effectLst/>
                        </a:rPr>
                        <a:t>down</a:t>
                      </a:r>
                      <a:endParaRPr lang="zh-CN" sz="1700" b="1" kern="100">
                        <a:effectLst/>
                        <a:latin typeface="Times New Roman"/>
                        <a:ea typeface="宋体"/>
                      </a:endParaRPr>
                    </a:p>
                  </a:txBody>
                  <a:tcPr marL="68582" marR="68582" marT="0" marB="0" anchor="ctr"/>
                </a:tc>
                <a:tc>
                  <a:txBody>
                    <a:bodyPr/>
                    <a:lstStyle/>
                    <a:p>
                      <a:pPr algn="l">
                        <a:lnSpc>
                          <a:spcPts val="2200"/>
                        </a:lnSpc>
                        <a:spcAft>
                          <a:spcPts val="0"/>
                        </a:spcAft>
                      </a:pPr>
                      <a:r>
                        <a:rPr lang="zh-CN" sz="1700" b="1" kern="100" dirty="0">
                          <a:effectLst/>
                        </a:rPr>
                        <a:t>关闭指定的网络接口</a:t>
                      </a:r>
                      <a:endParaRPr lang="zh-CN" sz="1700" b="1" kern="100" dirty="0">
                        <a:effectLst/>
                        <a:latin typeface="Times New Roman"/>
                        <a:ea typeface="宋体"/>
                      </a:endParaRPr>
                    </a:p>
                  </a:txBody>
                  <a:tcPr marL="68582" marR="68582" marT="0" marB="0" anchor="ctr"/>
                </a:tc>
                <a:extLst>
                  <a:ext uri="{0D108BD9-81ED-4DB2-BD59-A6C34878D82A}">
                    <a16:rowId xmlns:a16="http://schemas.microsoft.com/office/drawing/2014/main" val="10004"/>
                  </a:ext>
                </a:extLst>
              </a:tr>
              <a:tr h="279542">
                <a:tc>
                  <a:txBody>
                    <a:bodyPr/>
                    <a:lstStyle/>
                    <a:p>
                      <a:pPr algn="ctr">
                        <a:lnSpc>
                          <a:spcPts val="2200"/>
                        </a:lnSpc>
                        <a:spcAft>
                          <a:spcPts val="0"/>
                        </a:spcAft>
                      </a:pPr>
                      <a:r>
                        <a:rPr lang="en-US" sz="1700" b="1" kern="100">
                          <a:effectLst/>
                        </a:rPr>
                        <a:t>hw class address</a:t>
                      </a:r>
                      <a:endParaRPr lang="zh-CN" sz="1700" b="1" kern="100">
                        <a:effectLst/>
                        <a:latin typeface="Times New Roman"/>
                        <a:ea typeface="宋体"/>
                      </a:endParaRPr>
                    </a:p>
                  </a:txBody>
                  <a:tcPr marL="68582" marR="68582" marT="0" marB="0" anchor="ctr"/>
                </a:tc>
                <a:tc>
                  <a:txBody>
                    <a:bodyPr/>
                    <a:lstStyle/>
                    <a:p>
                      <a:pPr algn="l">
                        <a:lnSpc>
                          <a:spcPts val="2200"/>
                        </a:lnSpc>
                        <a:spcAft>
                          <a:spcPts val="0"/>
                        </a:spcAft>
                      </a:pPr>
                      <a:r>
                        <a:rPr lang="zh-CN" sz="1700" b="1" kern="100" dirty="0">
                          <a:effectLst/>
                        </a:rPr>
                        <a:t>设置指定接口设备的</a:t>
                      </a:r>
                      <a:r>
                        <a:rPr lang="en-US" sz="1700" b="1" kern="100" dirty="0">
                          <a:effectLst/>
                        </a:rPr>
                        <a:t>MAC</a:t>
                      </a:r>
                      <a:r>
                        <a:rPr lang="zh-CN" sz="1700" b="1" kern="100" dirty="0">
                          <a:effectLst/>
                        </a:rPr>
                        <a:t>地址，目前支持的硬件类型有</a:t>
                      </a:r>
                      <a:r>
                        <a:rPr lang="en-US" sz="1700" b="1" kern="100" dirty="0">
                          <a:effectLst/>
                        </a:rPr>
                        <a:t>ether</a:t>
                      </a:r>
                      <a:r>
                        <a:rPr lang="zh-CN" sz="1700" b="1" kern="100" dirty="0">
                          <a:effectLst/>
                        </a:rPr>
                        <a:t>，</a:t>
                      </a:r>
                      <a:r>
                        <a:rPr lang="en-US" sz="1700" b="1" kern="100" dirty="0">
                          <a:effectLst/>
                        </a:rPr>
                        <a:t>ax25</a:t>
                      </a:r>
                      <a:r>
                        <a:rPr lang="zh-CN" sz="1700" b="1" kern="100" dirty="0">
                          <a:effectLst/>
                        </a:rPr>
                        <a:t>等</a:t>
                      </a:r>
                      <a:endParaRPr lang="zh-CN" sz="1700" b="1" kern="100" dirty="0">
                        <a:effectLst/>
                        <a:latin typeface="Times New Roman"/>
                        <a:ea typeface="宋体"/>
                      </a:endParaRPr>
                    </a:p>
                  </a:txBody>
                  <a:tcPr marL="68582" marR="68582" marT="0" marB="0" anchor="ctr"/>
                </a:tc>
                <a:extLst>
                  <a:ext uri="{0D108BD9-81ED-4DB2-BD59-A6C34878D82A}">
                    <a16:rowId xmlns:a16="http://schemas.microsoft.com/office/drawing/2014/main" val="10005"/>
                  </a:ext>
                </a:extLst>
              </a:tr>
              <a:tr h="279542">
                <a:tc>
                  <a:txBody>
                    <a:bodyPr/>
                    <a:lstStyle/>
                    <a:p>
                      <a:pPr algn="ctr">
                        <a:lnSpc>
                          <a:spcPts val="2200"/>
                        </a:lnSpc>
                        <a:spcAft>
                          <a:spcPts val="0"/>
                        </a:spcAft>
                      </a:pPr>
                      <a:r>
                        <a:rPr lang="en-US" sz="1700" b="1" kern="100">
                          <a:effectLst/>
                        </a:rPr>
                        <a:t>io_addr addr</a:t>
                      </a:r>
                      <a:endParaRPr lang="zh-CN" sz="1700" b="1" kern="100">
                        <a:effectLst/>
                        <a:latin typeface="Times New Roman"/>
                        <a:ea typeface="宋体"/>
                      </a:endParaRPr>
                    </a:p>
                  </a:txBody>
                  <a:tcPr marL="68582" marR="68582" marT="0" marB="0" anchor="ctr"/>
                </a:tc>
                <a:tc>
                  <a:txBody>
                    <a:bodyPr/>
                    <a:lstStyle/>
                    <a:p>
                      <a:pPr algn="l">
                        <a:lnSpc>
                          <a:spcPts val="2200"/>
                        </a:lnSpc>
                        <a:spcAft>
                          <a:spcPts val="0"/>
                        </a:spcAft>
                      </a:pPr>
                      <a:r>
                        <a:rPr lang="zh-CN" sz="1700" b="1" kern="100" dirty="0">
                          <a:effectLst/>
                        </a:rPr>
                        <a:t>设置网卡的</a:t>
                      </a:r>
                      <a:r>
                        <a:rPr lang="en-US" sz="1700" b="1" kern="100" dirty="0">
                          <a:effectLst/>
                        </a:rPr>
                        <a:t>I/O</a:t>
                      </a:r>
                      <a:r>
                        <a:rPr lang="zh-CN" sz="1700" b="1" kern="100" dirty="0">
                          <a:effectLst/>
                        </a:rPr>
                        <a:t>地址</a:t>
                      </a:r>
                      <a:endParaRPr lang="zh-CN" sz="1700" b="1" kern="100" dirty="0">
                        <a:effectLst/>
                        <a:latin typeface="Times New Roman"/>
                        <a:ea typeface="宋体"/>
                      </a:endParaRPr>
                    </a:p>
                  </a:txBody>
                  <a:tcPr marL="68582" marR="68582" marT="0" marB="0" anchor="ctr"/>
                </a:tc>
                <a:extLst>
                  <a:ext uri="{0D108BD9-81ED-4DB2-BD59-A6C34878D82A}">
                    <a16:rowId xmlns:a16="http://schemas.microsoft.com/office/drawing/2014/main" val="10006"/>
                  </a:ext>
                </a:extLst>
              </a:tr>
              <a:tr h="279542">
                <a:tc>
                  <a:txBody>
                    <a:bodyPr/>
                    <a:lstStyle/>
                    <a:p>
                      <a:pPr algn="ctr">
                        <a:lnSpc>
                          <a:spcPts val="2200"/>
                        </a:lnSpc>
                        <a:spcAft>
                          <a:spcPts val="0"/>
                        </a:spcAft>
                      </a:pPr>
                      <a:r>
                        <a:rPr lang="en-US" sz="1700" b="1" kern="100">
                          <a:effectLst/>
                        </a:rPr>
                        <a:t>irq addr</a:t>
                      </a:r>
                      <a:endParaRPr lang="zh-CN" sz="1700" b="1" kern="100">
                        <a:effectLst/>
                        <a:latin typeface="Times New Roman"/>
                        <a:ea typeface="宋体"/>
                      </a:endParaRPr>
                    </a:p>
                  </a:txBody>
                  <a:tcPr marL="68582" marR="68582" marT="0" marB="0" anchor="ctr"/>
                </a:tc>
                <a:tc>
                  <a:txBody>
                    <a:bodyPr/>
                    <a:lstStyle/>
                    <a:p>
                      <a:pPr algn="l">
                        <a:lnSpc>
                          <a:spcPts val="2200"/>
                        </a:lnSpc>
                        <a:spcAft>
                          <a:spcPts val="0"/>
                        </a:spcAft>
                      </a:pPr>
                      <a:r>
                        <a:rPr lang="zh-CN" sz="1700" b="1" kern="100" dirty="0">
                          <a:effectLst/>
                        </a:rPr>
                        <a:t>设置指定接口设备使用的中断行</a:t>
                      </a:r>
                      <a:endParaRPr lang="zh-CN" sz="1700" b="1" kern="100" dirty="0">
                        <a:effectLst/>
                        <a:latin typeface="Times New Roman"/>
                        <a:ea typeface="宋体"/>
                      </a:endParaRPr>
                    </a:p>
                  </a:txBody>
                  <a:tcPr marL="68582" marR="68582" marT="0" marB="0" anchor="ctr"/>
                </a:tc>
                <a:extLst>
                  <a:ext uri="{0D108BD9-81ED-4DB2-BD59-A6C34878D82A}">
                    <a16:rowId xmlns:a16="http://schemas.microsoft.com/office/drawing/2014/main" val="10007"/>
                  </a:ext>
                </a:extLst>
              </a:tr>
              <a:tr h="279542">
                <a:tc>
                  <a:txBody>
                    <a:bodyPr/>
                    <a:lstStyle/>
                    <a:p>
                      <a:pPr algn="ctr">
                        <a:lnSpc>
                          <a:spcPts val="2200"/>
                        </a:lnSpc>
                        <a:spcAft>
                          <a:spcPts val="0"/>
                        </a:spcAft>
                      </a:pPr>
                      <a:r>
                        <a:rPr lang="en-US" sz="1700" b="1" kern="100">
                          <a:effectLst/>
                        </a:rPr>
                        <a:t>media type</a:t>
                      </a:r>
                      <a:endParaRPr lang="zh-CN" sz="1700" b="1" kern="100">
                        <a:effectLst/>
                        <a:latin typeface="Times New Roman"/>
                        <a:ea typeface="宋体"/>
                      </a:endParaRPr>
                    </a:p>
                  </a:txBody>
                  <a:tcPr marL="68582" marR="68582" marT="0" marB="0" anchor="ctr"/>
                </a:tc>
                <a:tc>
                  <a:txBody>
                    <a:bodyPr/>
                    <a:lstStyle/>
                    <a:p>
                      <a:pPr algn="l">
                        <a:lnSpc>
                          <a:spcPts val="2200"/>
                        </a:lnSpc>
                        <a:spcAft>
                          <a:spcPts val="0"/>
                        </a:spcAft>
                      </a:pPr>
                      <a:r>
                        <a:rPr lang="zh-CN" sz="1700" b="1" kern="100" dirty="0">
                          <a:effectLst/>
                        </a:rPr>
                        <a:t>设置网络设备所使用的介质</a:t>
                      </a:r>
                      <a:endParaRPr lang="zh-CN" sz="1700" b="1" kern="100" dirty="0">
                        <a:effectLst/>
                        <a:latin typeface="Times New Roman"/>
                        <a:ea typeface="宋体"/>
                      </a:endParaRPr>
                    </a:p>
                  </a:txBody>
                  <a:tcPr marL="68582" marR="68582" marT="0" marB="0" anchor="ctr"/>
                </a:tc>
                <a:extLst>
                  <a:ext uri="{0D108BD9-81ED-4DB2-BD59-A6C34878D82A}">
                    <a16:rowId xmlns:a16="http://schemas.microsoft.com/office/drawing/2014/main" val="10008"/>
                  </a:ext>
                </a:extLst>
              </a:tr>
              <a:tr h="279542">
                <a:tc>
                  <a:txBody>
                    <a:bodyPr/>
                    <a:lstStyle/>
                    <a:p>
                      <a:pPr algn="ctr">
                        <a:lnSpc>
                          <a:spcPts val="2200"/>
                        </a:lnSpc>
                        <a:spcAft>
                          <a:spcPts val="0"/>
                        </a:spcAft>
                      </a:pPr>
                      <a:r>
                        <a:rPr lang="en-US" sz="1700" b="1" kern="100">
                          <a:effectLst/>
                        </a:rPr>
                        <a:t>mem_start addr</a:t>
                      </a:r>
                      <a:endParaRPr lang="zh-CN" sz="1700" b="1" kern="100">
                        <a:effectLst/>
                        <a:latin typeface="Times New Roman"/>
                        <a:ea typeface="宋体"/>
                      </a:endParaRPr>
                    </a:p>
                  </a:txBody>
                  <a:tcPr marL="68582" marR="68582" marT="0" marB="0" anchor="ctr"/>
                </a:tc>
                <a:tc>
                  <a:txBody>
                    <a:bodyPr/>
                    <a:lstStyle/>
                    <a:p>
                      <a:pPr algn="l">
                        <a:lnSpc>
                          <a:spcPts val="2200"/>
                        </a:lnSpc>
                        <a:spcAft>
                          <a:spcPts val="0"/>
                        </a:spcAft>
                      </a:pPr>
                      <a:r>
                        <a:rPr lang="zh-CN" sz="1700" b="1" kern="100" dirty="0">
                          <a:effectLst/>
                        </a:rPr>
                        <a:t>设置网卡在主存储器所占用的起始地址</a:t>
                      </a:r>
                      <a:endParaRPr lang="zh-CN" sz="1700" b="1" kern="100" dirty="0">
                        <a:effectLst/>
                        <a:latin typeface="Times New Roman"/>
                        <a:ea typeface="宋体"/>
                      </a:endParaRPr>
                    </a:p>
                  </a:txBody>
                  <a:tcPr marL="68582" marR="68582" marT="0" marB="0" anchor="ctr"/>
                </a:tc>
                <a:extLst>
                  <a:ext uri="{0D108BD9-81ED-4DB2-BD59-A6C34878D82A}">
                    <a16:rowId xmlns:a16="http://schemas.microsoft.com/office/drawing/2014/main" val="10009"/>
                  </a:ext>
                </a:extLst>
              </a:tr>
              <a:tr h="279542">
                <a:tc>
                  <a:txBody>
                    <a:bodyPr/>
                    <a:lstStyle/>
                    <a:p>
                      <a:pPr algn="ctr">
                        <a:lnSpc>
                          <a:spcPts val="2200"/>
                        </a:lnSpc>
                        <a:spcAft>
                          <a:spcPts val="0"/>
                        </a:spcAft>
                      </a:pPr>
                      <a:r>
                        <a:rPr lang="en-US" sz="1700" b="1" kern="100">
                          <a:effectLst/>
                        </a:rPr>
                        <a:t>metric N</a:t>
                      </a:r>
                      <a:endParaRPr lang="zh-CN" sz="1700" b="1" kern="100">
                        <a:effectLst/>
                        <a:latin typeface="Times New Roman"/>
                        <a:ea typeface="宋体"/>
                      </a:endParaRPr>
                    </a:p>
                  </a:txBody>
                  <a:tcPr marL="68582" marR="68582" marT="0" marB="0" anchor="ctr"/>
                </a:tc>
                <a:tc>
                  <a:txBody>
                    <a:bodyPr/>
                    <a:lstStyle/>
                    <a:p>
                      <a:pPr algn="l">
                        <a:lnSpc>
                          <a:spcPts val="2200"/>
                        </a:lnSpc>
                        <a:spcAft>
                          <a:spcPts val="0"/>
                        </a:spcAft>
                      </a:pPr>
                      <a:r>
                        <a:rPr lang="zh-CN" sz="1700" b="1" kern="100" dirty="0">
                          <a:effectLst/>
                        </a:rPr>
                        <a:t>设置数据包转送的次数</a:t>
                      </a:r>
                      <a:endParaRPr lang="zh-CN" sz="1700" b="1" kern="100" dirty="0">
                        <a:effectLst/>
                        <a:latin typeface="Times New Roman"/>
                        <a:ea typeface="宋体"/>
                      </a:endParaRPr>
                    </a:p>
                  </a:txBody>
                  <a:tcPr marL="68582" marR="68582" marT="0" marB="0" anchor="ctr"/>
                </a:tc>
                <a:extLst>
                  <a:ext uri="{0D108BD9-81ED-4DB2-BD59-A6C34878D82A}">
                    <a16:rowId xmlns:a16="http://schemas.microsoft.com/office/drawing/2014/main" val="10010"/>
                  </a:ext>
                </a:extLst>
              </a:tr>
              <a:tr h="279542">
                <a:tc>
                  <a:txBody>
                    <a:bodyPr/>
                    <a:lstStyle/>
                    <a:p>
                      <a:pPr algn="ctr">
                        <a:lnSpc>
                          <a:spcPts val="2200"/>
                        </a:lnSpc>
                        <a:spcAft>
                          <a:spcPts val="0"/>
                        </a:spcAft>
                      </a:pPr>
                      <a:r>
                        <a:rPr lang="en-US" sz="1700" b="1" kern="100">
                          <a:effectLst/>
                        </a:rPr>
                        <a:t>mtu N</a:t>
                      </a:r>
                      <a:endParaRPr lang="zh-CN" sz="1700" b="1" kern="100">
                        <a:effectLst/>
                        <a:latin typeface="Times New Roman"/>
                        <a:ea typeface="宋体"/>
                      </a:endParaRPr>
                    </a:p>
                  </a:txBody>
                  <a:tcPr marL="68582" marR="68582" marT="0" marB="0" anchor="ctr"/>
                </a:tc>
                <a:tc>
                  <a:txBody>
                    <a:bodyPr/>
                    <a:lstStyle/>
                    <a:p>
                      <a:pPr algn="l">
                        <a:lnSpc>
                          <a:spcPts val="2200"/>
                        </a:lnSpc>
                        <a:spcAft>
                          <a:spcPts val="0"/>
                        </a:spcAft>
                      </a:pPr>
                      <a:r>
                        <a:rPr lang="zh-CN" sz="1700" b="1" kern="100" dirty="0">
                          <a:effectLst/>
                        </a:rPr>
                        <a:t>设置网卡的最大传输单位</a:t>
                      </a:r>
                      <a:endParaRPr lang="zh-CN" sz="1700" b="1" kern="100" dirty="0">
                        <a:effectLst/>
                        <a:latin typeface="Times New Roman"/>
                        <a:ea typeface="宋体"/>
                      </a:endParaRPr>
                    </a:p>
                  </a:txBody>
                  <a:tcPr marL="68582" marR="68582" marT="0" marB="0" anchor="ctr"/>
                </a:tc>
                <a:extLst>
                  <a:ext uri="{0D108BD9-81ED-4DB2-BD59-A6C34878D82A}">
                    <a16:rowId xmlns:a16="http://schemas.microsoft.com/office/drawing/2014/main" val="10011"/>
                  </a:ext>
                </a:extLst>
              </a:tr>
              <a:tr h="279542">
                <a:tc>
                  <a:txBody>
                    <a:bodyPr/>
                    <a:lstStyle/>
                    <a:p>
                      <a:pPr algn="ctr">
                        <a:lnSpc>
                          <a:spcPts val="2200"/>
                        </a:lnSpc>
                        <a:spcAft>
                          <a:spcPts val="0"/>
                        </a:spcAft>
                      </a:pPr>
                      <a:r>
                        <a:rPr lang="en-US" sz="1700" b="1" kern="100">
                          <a:effectLst/>
                        </a:rPr>
                        <a:t>netmask addr</a:t>
                      </a:r>
                      <a:endParaRPr lang="zh-CN" sz="1700" b="1" kern="100">
                        <a:effectLst/>
                        <a:latin typeface="Times New Roman"/>
                        <a:ea typeface="宋体"/>
                      </a:endParaRPr>
                    </a:p>
                  </a:txBody>
                  <a:tcPr marL="68582" marR="68582" marT="0" marB="0" anchor="ctr"/>
                </a:tc>
                <a:tc>
                  <a:txBody>
                    <a:bodyPr/>
                    <a:lstStyle/>
                    <a:p>
                      <a:pPr algn="l">
                        <a:lnSpc>
                          <a:spcPts val="2200"/>
                        </a:lnSpc>
                        <a:spcAft>
                          <a:spcPts val="0"/>
                        </a:spcAft>
                      </a:pPr>
                      <a:r>
                        <a:rPr lang="zh-CN" sz="1700" b="1" kern="100" dirty="0">
                          <a:effectLst/>
                        </a:rPr>
                        <a:t>设置接口的子网掩码</a:t>
                      </a:r>
                      <a:endParaRPr lang="zh-CN" sz="1700" b="1" kern="100" dirty="0">
                        <a:effectLst/>
                        <a:latin typeface="Times New Roman"/>
                        <a:ea typeface="宋体"/>
                      </a:endParaRPr>
                    </a:p>
                  </a:txBody>
                  <a:tcPr marL="68582" marR="68582" marT="0" marB="0" anchor="ctr"/>
                </a:tc>
                <a:extLst>
                  <a:ext uri="{0D108BD9-81ED-4DB2-BD59-A6C34878D82A}">
                    <a16:rowId xmlns:a16="http://schemas.microsoft.com/office/drawing/2014/main" val="10012"/>
                  </a:ext>
                </a:extLst>
              </a:tr>
              <a:tr h="279542">
                <a:tc>
                  <a:txBody>
                    <a:bodyPr/>
                    <a:lstStyle/>
                    <a:p>
                      <a:pPr algn="ctr">
                        <a:lnSpc>
                          <a:spcPts val="2200"/>
                        </a:lnSpc>
                        <a:spcAft>
                          <a:spcPts val="0"/>
                        </a:spcAft>
                      </a:pPr>
                      <a:r>
                        <a:rPr lang="en-US" sz="1700" b="1" kern="100">
                          <a:effectLst/>
                        </a:rPr>
                        <a:t>interface</a:t>
                      </a:r>
                      <a:endParaRPr lang="zh-CN" sz="1700" b="1" kern="100">
                        <a:effectLst/>
                        <a:latin typeface="Times New Roman"/>
                        <a:ea typeface="宋体"/>
                      </a:endParaRPr>
                    </a:p>
                  </a:txBody>
                  <a:tcPr marL="68582" marR="68582" marT="0" marB="0" anchor="ctr"/>
                </a:tc>
                <a:tc>
                  <a:txBody>
                    <a:bodyPr/>
                    <a:lstStyle/>
                    <a:p>
                      <a:pPr algn="l">
                        <a:lnSpc>
                          <a:spcPts val="2200"/>
                        </a:lnSpc>
                        <a:spcAft>
                          <a:spcPts val="0"/>
                        </a:spcAft>
                      </a:pPr>
                      <a:r>
                        <a:rPr lang="zh-CN" sz="1700" b="1" kern="100" dirty="0">
                          <a:effectLst/>
                        </a:rPr>
                        <a:t>网络设备名，如</a:t>
                      </a:r>
                      <a:r>
                        <a:rPr lang="en-US" sz="1700" b="1" kern="100" dirty="0">
                          <a:effectLst/>
                        </a:rPr>
                        <a:t>eth0</a:t>
                      </a:r>
                      <a:r>
                        <a:rPr lang="zh-CN" sz="1700" b="1" kern="100" dirty="0">
                          <a:effectLst/>
                        </a:rPr>
                        <a:t>就表示本机的第一块网卡</a:t>
                      </a:r>
                      <a:endParaRPr lang="zh-CN" sz="1700" b="1" kern="100" dirty="0">
                        <a:effectLst/>
                        <a:latin typeface="Times New Roman"/>
                        <a:ea typeface="宋体"/>
                      </a:endParaRPr>
                    </a:p>
                  </a:txBody>
                  <a:tcPr marL="68582" marR="68582" marT="0" marB="0" anchor="ctr"/>
                </a:tc>
                <a:extLst>
                  <a:ext uri="{0D108BD9-81ED-4DB2-BD59-A6C34878D82A}">
                    <a16:rowId xmlns:a16="http://schemas.microsoft.com/office/drawing/2014/main" val="10013"/>
                  </a:ext>
                </a:extLst>
              </a:tr>
              <a:tr h="279542">
                <a:tc>
                  <a:txBody>
                    <a:bodyPr/>
                    <a:lstStyle/>
                    <a:p>
                      <a:pPr algn="ctr">
                        <a:lnSpc>
                          <a:spcPts val="2200"/>
                        </a:lnSpc>
                        <a:spcAft>
                          <a:spcPts val="0"/>
                        </a:spcAft>
                      </a:pPr>
                      <a:r>
                        <a:rPr lang="en-US" sz="1700" b="1" kern="100">
                          <a:effectLst/>
                        </a:rPr>
                        <a:t>tunnel aa.bb.cc.dd</a:t>
                      </a:r>
                      <a:endParaRPr lang="zh-CN" sz="1700" b="1" kern="100">
                        <a:effectLst/>
                        <a:latin typeface="Times New Roman"/>
                        <a:ea typeface="宋体"/>
                      </a:endParaRPr>
                    </a:p>
                  </a:txBody>
                  <a:tcPr marL="68582" marR="68582" marT="0" marB="0" anchor="ctr"/>
                </a:tc>
                <a:tc>
                  <a:txBody>
                    <a:bodyPr/>
                    <a:lstStyle/>
                    <a:p>
                      <a:pPr algn="l">
                        <a:lnSpc>
                          <a:spcPts val="2200"/>
                        </a:lnSpc>
                        <a:spcAft>
                          <a:spcPts val="0"/>
                        </a:spcAft>
                      </a:pPr>
                      <a:r>
                        <a:rPr lang="en-US" sz="1700" b="1" kern="100" dirty="0">
                          <a:effectLst/>
                        </a:rPr>
                        <a:t>IPv4</a:t>
                      </a:r>
                      <a:r>
                        <a:rPr lang="zh-CN" sz="1700" b="1" kern="100" dirty="0">
                          <a:effectLst/>
                        </a:rPr>
                        <a:t>和</a:t>
                      </a:r>
                      <a:r>
                        <a:rPr lang="en-US" sz="1700" b="1" kern="100" dirty="0">
                          <a:effectLst/>
                        </a:rPr>
                        <a:t>IPv6</a:t>
                      </a:r>
                      <a:r>
                        <a:rPr lang="zh-CN" sz="1700" b="1" kern="100" dirty="0">
                          <a:effectLst/>
                        </a:rPr>
                        <a:t>间的隧道通信地址</a:t>
                      </a:r>
                      <a:endParaRPr lang="zh-CN" sz="1700" b="1" kern="100" dirty="0">
                        <a:effectLst/>
                        <a:latin typeface="Times New Roman"/>
                        <a:ea typeface="宋体"/>
                      </a:endParaRPr>
                    </a:p>
                  </a:txBody>
                  <a:tcPr marL="68582" marR="68582" marT="0" marB="0" anchor="ctr"/>
                </a:tc>
                <a:extLst>
                  <a:ext uri="{0D108BD9-81ED-4DB2-BD59-A6C34878D82A}">
                    <a16:rowId xmlns:a16="http://schemas.microsoft.com/office/drawing/2014/main" val="10014"/>
                  </a:ext>
                </a:extLst>
              </a:tr>
              <a:tr h="279542">
                <a:tc>
                  <a:txBody>
                    <a:bodyPr/>
                    <a:lstStyle/>
                    <a:p>
                      <a:pPr algn="ctr">
                        <a:lnSpc>
                          <a:spcPts val="2200"/>
                        </a:lnSpc>
                        <a:spcAft>
                          <a:spcPts val="0"/>
                        </a:spcAft>
                      </a:pPr>
                      <a:r>
                        <a:rPr lang="en-US" sz="1700" b="1" kern="100">
                          <a:effectLst/>
                        </a:rPr>
                        <a:t>up</a:t>
                      </a:r>
                      <a:endParaRPr lang="zh-CN" sz="1700" b="1" kern="100">
                        <a:effectLst/>
                        <a:latin typeface="Times New Roman"/>
                        <a:ea typeface="宋体"/>
                      </a:endParaRPr>
                    </a:p>
                  </a:txBody>
                  <a:tcPr marL="68582" marR="68582" marT="0" marB="0" anchor="ctr"/>
                </a:tc>
                <a:tc>
                  <a:txBody>
                    <a:bodyPr/>
                    <a:lstStyle/>
                    <a:p>
                      <a:pPr algn="l">
                        <a:lnSpc>
                          <a:spcPts val="2200"/>
                        </a:lnSpc>
                        <a:spcAft>
                          <a:spcPts val="0"/>
                        </a:spcAft>
                      </a:pPr>
                      <a:r>
                        <a:rPr lang="zh-CN" sz="1700" b="1" kern="100" dirty="0">
                          <a:effectLst/>
                        </a:rPr>
                        <a:t>激活指定的网络接口卡</a:t>
                      </a:r>
                      <a:endParaRPr lang="zh-CN" sz="1700" b="1" kern="100" dirty="0">
                        <a:effectLst/>
                        <a:latin typeface="Times New Roman"/>
                        <a:ea typeface="宋体"/>
                      </a:endParaRPr>
                    </a:p>
                  </a:txBody>
                  <a:tcPr marL="68582" marR="68582" marT="0" marB="0" anchor="ctr"/>
                </a:tc>
                <a:extLst>
                  <a:ext uri="{0D108BD9-81ED-4DB2-BD59-A6C34878D82A}">
                    <a16:rowId xmlns:a16="http://schemas.microsoft.com/office/drawing/2014/main" val="10015"/>
                  </a:ext>
                </a:extLst>
              </a:tr>
              <a:tr h="279542">
                <a:tc>
                  <a:txBody>
                    <a:bodyPr/>
                    <a:lstStyle/>
                    <a:p>
                      <a:pPr algn="ctr">
                        <a:lnSpc>
                          <a:spcPts val="2200"/>
                        </a:lnSpc>
                        <a:spcAft>
                          <a:spcPts val="0"/>
                        </a:spcAft>
                      </a:pPr>
                      <a:r>
                        <a:rPr lang="en-US" sz="1700" b="1" kern="100">
                          <a:effectLst/>
                        </a:rPr>
                        <a:t>[-]allmulti</a:t>
                      </a:r>
                      <a:endParaRPr lang="zh-CN" sz="1700" b="1" kern="100">
                        <a:effectLst/>
                        <a:latin typeface="Times New Roman"/>
                        <a:ea typeface="宋体"/>
                      </a:endParaRPr>
                    </a:p>
                  </a:txBody>
                  <a:tcPr marL="68582" marR="68582" marT="0" marB="0" anchor="ctr"/>
                </a:tc>
                <a:tc>
                  <a:txBody>
                    <a:bodyPr/>
                    <a:lstStyle/>
                    <a:p>
                      <a:pPr algn="l">
                        <a:lnSpc>
                          <a:spcPts val="2200"/>
                        </a:lnSpc>
                        <a:spcAft>
                          <a:spcPts val="0"/>
                        </a:spcAft>
                      </a:pPr>
                      <a:r>
                        <a:rPr lang="zh-CN" sz="1700" b="1" kern="100" dirty="0">
                          <a:effectLst/>
                        </a:rPr>
                        <a:t>是否接收</a:t>
                      </a:r>
                      <a:r>
                        <a:rPr lang="en-US" sz="1700" b="1" kern="100" dirty="0">
                          <a:effectLst/>
                        </a:rPr>
                        <a:t>multicast</a:t>
                      </a:r>
                      <a:r>
                        <a:rPr lang="zh-CN" sz="1700" b="1" kern="100" dirty="0">
                          <a:effectLst/>
                        </a:rPr>
                        <a:t>的数据包，加负号</a:t>
                      </a:r>
                      <a:r>
                        <a:rPr lang="en-US" sz="1700" b="1" kern="100" dirty="0">
                          <a:effectLst/>
                        </a:rPr>
                        <a:t>-</a:t>
                      </a:r>
                      <a:r>
                        <a:rPr lang="zh-CN" sz="1700" b="1" kern="100" dirty="0">
                          <a:effectLst/>
                        </a:rPr>
                        <a:t>表示接收</a:t>
                      </a:r>
                      <a:endParaRPr lang="zh-CN" sz="1700" b="1" kern="100" dirty="0">
                        <a:effectLst/>
                        <a:latin typeface="Times New Roman"/>
                        <a:ea typeface="宋体"/>
                      </a:endParaRPr>
                    </a:p>
                  </a:txBody>
                  <a:tcPr marL="68582" marR="68582" marT="0" marB="0" anchor="ctr"/>
                </a:tc>
                <a:extLst>
                  <a:ext uri="{0D108BD9-81ED-4DB2-BD59-A6C34878D82A}">
                    <a16:rowId xmlns:a16="http://schemas.microsoft.com/office/drawing/2014/main" val="10016"/>
                  </a:ext>
                </a:extLst>
              </a:tr>
              <a:tr h="279542">
                <a:tc>
                  <a:txBody>
                    <a:bodyPr/>
                    <a:lstStyle/>
                    <a:p>
                      <a:pPr algn="ctr">
                        <a:lnSpc>
                          <a:spcPts val="2200"/>
                        </a:lnSpc>
                        <a:spcAft>
                          <a:spcPts val="0"/>
                        </a:spcAft>
                      </a:pPr>
                      <a:r>
                        <a:rPr lang="en-US" sz="1700" b="1" kern="100">
                          <a:effectLst/>
                        </a:rPr>
                        <a:t>[-]broadcast [addr]</a:t>
                      </a:r>
                      <a:endParaRPr lang="zh-CN" sz="1700" b="1" kern="100">
                        <a:effectLst/>
                        <a:latin typeface="Times New Roman"/>
                        <a:ea typeface="宋体"/>
                      </a:endParaRPr>
                    </a:p>
                  </a:txBody>
                  <a:tcPr marL="68582" marR="68582" marT="0" marB="0" anchor="ctr"/>
                </a:tc>
                <a:tc>
                  <a:txBody>
                    <a:bodyPr/>
                    <a:lstStyle/>
                    <a:p>
                      <a:pPr algn="l">
                        <a:lnSpc>
                          <a:spcPts val="2200"/>
                        </a:lnSpc>
                        <a:spcAft>
                          <a:spcPts val="0"/>
                        </a:spcAft>
                      </a:pPr>
                      <a:r>
                        <a:rPr lang="zh-CN" sz="1700" b="1" kern="100" dirty="0">
                          <a:effectLst/>
                        </a:rPr>
                        <a:t>将送往指定地址的数据包视为广播数据包</a:t>
                      </a:r>
                      <a:endParaRPr lang="zh-CN" sz="1700" b="1" kern="100" dirty="0">
                        <a:effectLst/>
                        <a:latin typeface="Times New Roman"/>
                        <a:ea typeface="宋体"/>
                      </a:endParaRPr>
                    </a:p>
                  </a:txBody>
                  <a:tcPr marL="68582" marR="68582" marT="0" marB="0" anchor="ctr"/>
                </a:tc>
                <a:extLst>
                  <a:ext uri="{0D108BD9-81ED-4DB2-BD59-A6C34878D82A}">
                    <a16:rowId xmlns:a16="http://schemas.microsoft.com/office/drawing/2014/main" val="10017"/>
                  </a:ext>
                </a:extLst>
              </a:tr>
              <a:tr h="279542">
                <a:tc>
                  <a:txBody>
                    <a:bodyPr/>
                    <a:lstStyle/>
                    <a:p>
                      <a:pPr algn="ctr">
                        <a:lnSpc>
                          <a:spcPts val="2200"/>
                        </a:lnSpc>
                        <a:spcAft>
                          <a:spcPts val="0"/>
                        </a:spcAft>
                      </a:pPr>
                      <a:r>
                        <a:rPr lang="en-US" sz="1700" b="1" kern="100">
                          <a:effectLst/>
                        </a:rPr>
                        <a:t>[-]pointopoint [addr]</a:t>
                      </a:r>
                      <a:endParaRPr lang="zh-CN" sz="1700" b="1" kern="100">
                        <a:effectLst/>
                        <a:latin typeface="Times New Roman"/>
                        <a:ea typeface="宋体"/>
                      </a:endParaRPr>
                    </a:p>
                  </a:txBody>
                  <a:tcPr marL="68582" marR="68582" marT="0" marB="0" anchor="ctr"/>
                </a:tc>
                <a:tc>
                  <a:txBody>
                    <a:bodyPr/>
                    <a:lstStyle/>
                    <a:p>
                      <a:pPr algn="l">
                        <a:lnSpc>
                          <a:spcPts val="2200"/>
                        </a:lnSpc>
                        <a:spcAft>
                          <a:spcPts val="0"/>
                        </a:spcAft>
                      </a:pPr>
                      <a:r>
                        <a:rPr lang="zh-CN" sz="1700" b="1" kern="100" dirty="0">
                          <a:effectLst/>
                        </a:rPr>
                        <a:t>启用点对点方式，和指定的地址建立直接连接</a:t>
                      </a:r>
                      <a:endParaRPr lang="zh-CN" sz="1700" b="1" kern="100" dirty="0">
                        <a:effectLst/>
                        <a:latin typeface="Times New Roman"/>
                        <a:ea typeface="宋体"/>
                      </a:endParaRPr>
                    </a:p>
                  </a:txBody>
                  <a:tcPr marL="68582" marR="68582" marT="0" marB="0" anchor="ctr"/>
                </a:tc>
                <a:extLst>
                  <a:ext uri="{0D108BD9-81ED-4DB2-BD59-A6C34878D82A}">
                    <a16:rowId xmlns:a16="http://schemas.microsoft.com/office/drawing/2014/main" val="10018"/>
                  </a:ext>
                </a:extLst>
              </a:tr>
              <a:tr h="279542">
                <a:tc>
                  <a:txBody>
                    <a:bodyPr/>
                    <a:lstStyle/>
                    <a:p>
                      <a:pPr algn="ctr">
                        <a:lnSpc>
                          <a:spcPts val="2200"/>
                        </a:lnSpc>
                        <a:spcAft>
                          <a:spcPts val="0"/>
                        </a:spcAft>
                      </a:pPr>
                      <a:r>
                        <a:rPr lang="en-US" sz="1700" b="1" kern="100">
                          <a:effectLst/>
                        </a:rPr>
                        <a:t>[-]promisc</a:t>
                      </a:r>
                      <a:endParaRPr lang="zh-CN" sz="1700" b="1" kern="100">
                        <a:effectLst/>
                        <a:latin typeface="Times New Roman"/>
                        <a:ea typeface="宋体"/>
                      </a:endParaRPr>
                    </a:p>
                  </a:txBody>
                  <a:tcPr marL="68582" marR="68582" marT="0" marB="0" anchor="ctr"/>
                </a:tc>
                <a:tc>
                  <a:txBody>
                    <a:bodyPr/>
                    <a:lstStyle/>
                    <a:p>
                      <a:pPr algn="l">
                        <a:lnSpc>
                          <a:spcPts val="2200"/>
                        </a:lnSpc>
                        <a:spcAft>
                          <a:spcPts val="0"/>
                        </a:spcAft>
                      </a:pPr>
                      <a:r>
                        <a:rPr lang="zh-CN" sz="1700" b="1" kern="100" dirty="0">
                          <a:effectLst/>
                        </a:rPr>
                        <a:t>是否应用网卡上的</a:t>
                      </a:r>
                      <a:r>
                        <a:rPr lang="en-US" sz="1700" b="1" kern="100" dirty="0">
                          <a:effectLst/>
                        </a:rPr>
                        <a:t>promiscuous</a:t>
                      </a:r>
                      <a:r>
                        <a:rPr lang="zh-CN" sz="1700" b="1" kern="100" dirty="0">
                          <a:effectLst/>
                        </a:rPr>
                        <a:t>，加负号表示不应用</a:t>
                      </a:r>
                      <a:endParaRPr lang="zh-CN" sz="1700" b="1" kern="100" dirty="0">
                        <a:effectLst/>
                        <a:latin typeface="Times New Roman"/>
                        <a:ea typeface="宋体"/>
                      </a:endParaRPr>
                    </a:p>
                  </a:txBody>
                  <a:tcPr marL="68582" marR="68582" marT="0" marB="0" anchor="ctr"/>
                </a:tc>
                <a:extLst>
                  <a:ext uri="{0D108BD9-81ED-4DB2-BD59-A6C34878D82A}">
                    <a16:rowId xmlns:a16="http://schemas.microsoft.com/office/drawing/2014/main" val="10019"/>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BB7B5888-FFB9-C3FF-36D1-949C870E7BC8}"/>
              </a:ext>
            </a:extLst>
          </p:cNvPr>
          <p:cNvSpPr>
            <a:spLocks noGrp="1" noChangeArrowheads="1"/>
          </p:cNvSpPr>
          <p:nvPr>
            <p:ph type="title"/>
          </p:nvPr>
        </p:nvSpPr>
        <p:spPr/>
        <p:txBody>
          <a:bodyPr/>
          <a:lstStyle/>
          <a:p>
            <a:r>
              <a:rPr lang="en-US" altLang="zh-CN"/>
              <a:t>9.3.4  </a:t>
            </a:r>
            <a:r>
              <a:rPr lang="zh-CN" altLang="zh-CN"/>
              <a:t>网络接口配置（</a:t>
            </a:r>
            <a:r>
              <a:rPr lang="en-US" altLang="zh-CN"/>
              <a:t>ifconfig</a:t>
            </a:r>
            <a:r>
              <a:rPr lang="zh-CN" altLang="zh-CN"/>
              <a:t>）</a:t>
            </a:r>
            <a:endParaRPr lang="zh-CN" altLang="en-US"/>
          </a:p>
        </p:txBody>
      </p:sp>
      <p:sp>
        <p:nvSpPr>
          <p:cNvPr id="1048660" name="内容占位符 2">
            <a:extLst>
              <a:ext uri="{FF2B5EF4-FFF2-40B4-BE49-F238E27FC236}">
                <a16:creationId xmlns:a16="http://schemas.microsoft.com/office/drawing/2014/main" id="{D9C50FC4-4A4F-4FFC-2FEF-A2E4823FBF8D}"/>
              </a:ext>
            </a:extLst>
          </p:cNvPr>
          <p:cNvSpPr>
            <a:spLocks noGrp="1"/>
          </p:cNvSpPr>
          <p:nvPr>
            <p:ph idx="1"/>
          </p:nvPr>
        </p:nvSpPr>
        <p:spPr>
          <a:xfrm>
            <a:off x="0" y="620713"/>
            <a:ext cx="9036050" cy="5761037"/>
          </a:xfrm>
        </p:spPr>
        <p:txBody>
          <a:bodyPr/>
          <a:lstStyle/>
          <a:p>
            <a:pPr>
              <a:spcBef>
                <a:spcPts val="0"/>
              </a:spcBef>
              <a:spcAft>
                <a:spcPts val="0"/>
              </a:spcAft>
              <a:defRPr/>
            </a:pPr>
            <a:r>
              <a:rPr lang="en-US" altLang="zh-CN" sz="4400" dirty="0"/>
              <a:t>1</a:t>
            </a:r>
            <a:r>
              <a:rPr lang="zh-CN" altLang="zh-CN" sz="4400" dirty="0"/>
              <a:t>．显示网卡的配置信息</a:t>
            </a:r>
          </a:p>
          <a:p>
            <a:pPr marL="0" indent="0">
              <a:spcBef>
                <a:spcPts val="0"/>
              </a:spcBef>
              <a:spcAft>
                <a:spcPts val="0"/>
              </a:spcAft>
              <a:buFont typeface="Arial" panose="020B0604020202020204" pitchFamily="34" charset="0"/>
              <a:buNone/>
              <a:defRPr/>
            </a:pPr>
            <a:r>
              <a:rPr lang="en-US" altLang="zh-CN" sz="4400" dirty="0"/>
              <a:t>#</a:t>
            </a:r>
            <a:r>
              <a:rPr lang="en-US" altLang="zh-CN" sz="4400" dirty="0" err="1">
                <a:solidFill>
                  <a:srgbClr val="FF0000"/>
                </a:solidFill>
              </a:rPr>
              <a:t>ifconfig</a:t>
            </a:r>
            <a:r>
              <a:rPr lang="en-US" altLang="zh-CN" sz="4400" dirty="0">
                <a:solidFill>
                  <a:srgbClr val="FF0000"/>
                </a:solidFill>
              </a:rPr>
              <a:t>	</a:t>
            </a:r>
            <a:r>
              <a:rPr lang="en-US" altLang="zh-CN" sz="4400" dirty="0"/>
              <a:t>	#</a:t>
            </a:r>
            <a:r>
              <a:rPr lang="zh-CN" altLang="zh-CN" sz="4400" dirty="0"/>
              <a:t>运行</a:t>
            </a:r>
            <a:r>
              <a:rPr lang="en-US" altLang="zh-CN" sz="4400" dirty="0" err="1"/>
              <a:t>ifconfig</a:t>
            </a:r>
            <a:r>
              <a:rPr lang="zh-CN" altLang="zh-CN" sz="4400" dirty="0"/>
              <a:t>显示所有网卡的配置信息</a:t>
            </a:r>
          </a:p>
          <a:p>
            <a:pPr marL="0" indent="0">
              <a:spcBef>
                <a:spcPts val="0"/>
              </a:spcBef>
              <a:spcAft>
                <a:spcPts val="0"/>
              </a:spcAft>
              <a:buFont typeface="Arial" panose="020B0604020202020204" pitchFamily="34" charset="0"/>
              <a:buNone/>
              <a:defRPr/>
            </a:pPr>
            <a:r>
              <a:rPr lang="en-US" altLang="zh-CN" sz="4400" dirty="0"/>
              <a:t>#</a:t>
            </a:r>
            <a:r>
              <a:rPr lang="en-US" altLang="zh-CN" sz="4400" dirty="0" err="1">
                <a:solidFill>
                  <a:srgbClr val="FF0000"/>
                </a:solidFill>
              </a:rPr>
              <a:t>ifconfig</a:t>
            </a:r>
            <a:r>
              <a:rPr lang="en-US" altLang="zh-CN" sz="4400" dirty="0">
                <a:solidFill>
                  <a:srgbClr val="FF0000"/>
                </a:solidFill>
              </a:rPr>
              <a:t> eth0</a:t>
            </a:r>
            <a:r>
              <a:rPr lang="en-US" altLang="zh-CN" sz="4400" dirty="0"/>
              <a:t>		#</a:t>
            </a:r>
            <a:r>
              <a:rPr lang="zh-CN" altLang="zh-CN" sz="4400" dirty="0"/>
              <a:t>显示指定网络接口</a:t>
            </a:r>
            <a:r>
              <a:rPr lang="en-US" altLang="zh-CN" sz="4400" dirty="0"/>
              <a:t>eth0</a:t>
            </a:r>
            <a:r>
              <a:rPr lang="zh-CN" altLang="zh-CN" sz="4400" dirty="0"/>
              <a:t>信息</a:t>
            </a:r>
          </a:p>
          <a:p>
            <a:pPr marL="0" indent="0">
              <a:spcBef>
                <a:spcPts val="0"/>
              </a:spcBef>
              <a:spcAft>
                <a:spcPts val="0"/>
              </a:spcAft>
              <a:buFont typeface="Arial" panose="020B0604020202020204" pitchFamily="34" charset="0"/>
              <a:buNone/>
              <a:defRPr/>
            </a:pPr>
            <a:r>
              <a:rPr lang="en-US" altLang="zh-CN" sz="4400" dirty="0"/>
              <a:t>#</a:t>
            </a:r>
            <a:r>
              <a:rPr lang="en-US" altLang="zh-CN" sz="4400" dirty="0" err="1">
                <a:solidFill>
                  <a:srgbClr val="FF0000"/>
                </a:solidFill>
              </a:rPr>
              <a:t>ifconfig</a:t>
            </a:r>
            <a:r>
              <a:rPr lang="en-US" altLang="zh-CN" sz="4400" dirty="0">
                <a:solidFill>
                  <a:srgbClr val="FF0000"/>
                </a:solidFill>
              </a:rPr>
              <a:t> eth0:1</a:t>
            </a:r>
            <a:r>
              <a:rPr lang="en-US" altLang="zh-CN" sz="4400" dirty="0"/>
              <a:t>	#</a:t>
            </a:r>
            <a:r>
              <a:rPr lang="zh-CN" altLang="zh-CN" sz="4400" dirty="0"/>
              <a:t>显示指定网络接口</a:t>
            </a:r>
            <a:r>
              <a:rPr lang="en-US" altLang="zh-CN" sz="4400" dirty="0"/>
              <a:t>eth0:1</a:t>
            </a:r>
            <a:r>
              <a:rPr lang="zh-CN" altLang="zh-CN" sz="4400" dirty="0"/>
              <a:t>信息</a:t>
            </a:r>
            <a:endParaRPr lang="zh-CN" altLang="en-US" sz="4400" dirty="0"/>
          </a:p>
        </p:txBody>
      </p:sp>
      <p:pic>
        <p:nvPicPr>
          <p:cNvPr id="2" name="图片 1">
            <a:extLst>
              <a:ext uri="{FF2B5EF4-FFF2-40B4-BE49-F238E27FC236}">
                <a16:creationId xmlns:a16="http://schemas.microsoft.com/office/drawing/2014/main" id="{DED8772B-91BF-0396-7E75-D37DCB2F18F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4925" y="508000"/>
            <a:ext cx="9001125" cy="583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3794" name="标题 1">
            <a:extLst>
              <a:ext uri="{FF2B5EF4-FFF2-40B4-BE49-F238E27FC236}">
                <a16:creationId xmlns:a16="http://schemas.microsoft.com/office/drawing/2014/main" id="{3159131D-3A09-5BB1-B352-E63644BAF506}"/>
              </a:ext>
            </a:extLst>
          </p:cNvPr>
          <p:cNvSpPr>
            <a:spLocks noGrp="1" noChangeArrowheads="1"/>
          </p:cNvSpPr>
          <p:nvPr>
            <p:ph type="title"/>
          </p:nvPr>
        </p:nvSpPr>
        <p:spPr>
          <a:xfrm>
            <a:off x="179388" y="-3175"/>
            <a:ext cx="8332787" cy="549275"/>
          </a:xfrm>
        </p:spPr>
        <p:txBody>
          <a:bodyPr/>
          <a:lstStyle/>
          <a:p>
            <a:r>
              <a:rPr lang="en-US" altLang="zh-CN"/>
              <a:t>9.3.4  </a:t>
            </a:r>
            <a:r>
              <a:rPr lang="zh-CN" altLang="zh-CN"/>
              <a:t>网络接口配置（</a:t>
            </a:r>
            <a:r>
              <a:rPr lang="en-US" altLang="zh-CN"/>
              <a:t>ifconfig</a:t>
            </a:r>
            <a:r>
              <a:rPr lang="zh-CN" altLang="zh-CN"/>
              <a:t>）</a:t>
            </a:r>
            <a:endParaRPr lang="zh-CN" altLang="en-US"/>
          </a:p>
        </p:txBody>
      </p:sp>
      <p:sp>
        <p:nvSpPr>
          <p:cNvPr id="1048662" name="内容占位符 2">
            <a:extLst>
              <a:ext uri="{FF2B5EF4-FFF2-40B4-BE49-F238E27FC236}">
                <a16:creationId xmlns:a16="http://schemas.microsoft.com/office/drawing/2014/main" id="{E7011FBF-9E22-51C6-BECB-3E1F21B8F0A6}"/>
              </a:ext>
            </a:extLst>
          </p:cNvPr>
          <p:cNvSpPr>
            <a:spLocks noGrp="1"/>
          </p:cNvSpPr>
          <p:nvPr>
            <p:ph idx="1"/>
          </p:nvPr>
        </p:nvSpPr>
        <p:spPr>
          <a:xfrm>
            <a:off x="107950" y="552450"/>
            <a:ext cx="9144000" cy="5256213"/>
          </a:xfrm>
        </p:spPr>
        <p:txBody>
          <a:bodyPr/>
          <a:lstStyle/>
          <a:p>
            <a:pPr>
              <a:spcBef>
                <a:spcPts val="0"/>
              </a:spcBef>
              <a:spcAft>
                <a:spcPts val="0"/>
              </a:spcAft>
              <a:defRPr/>
            </a:pPr>
            <a:r>
              <a:rPr lang="en-US" altLang="zh-CN" sz="4400" dirty="0"/>
              <a:t>2</a:t>
            </a:r>
            <a:r>
              <a:rPr lang="zh-CN" altLang="zh-CN" sz="4400" dirty="0"/>
              <a:t>．</a:t>
            </a:r>
            <a:r>
              <a:rPr lang="zh-CN" altLang="zh-CN" sz="4400" dirty="0">
                <a:solidFill>
                  <a:srgbClr val="FF0000"/>
                </a:solidFill>
              </a:rPr>
              <a:t>启动或停用网卡</a:t>
            </a:r>
          </a:p>
          <a:p>
            <a:pPr marL="0" indent="0" fontAlgn="ctr">
              <a:spcBef>
                <a:spcPts val="0"/>
              </a:spcBef>
              <a:spcAft>
                <a:spcPts val="0"/>
              </a:spcAft>
              <a:buFont typeface="Arial" panose="020B0604020202020204" pitchFamily="34" charset="0"/>
              <a:buNone/>
              <a:defRPr/>
            </a:pPr>
            <a:r>
              <a:rPr lang="zh-CN" altLang="zh-CN" sz="4400" dirty="0"/>
              <a:t>若要停用某网卡，可以指定网卡名称，并使用“</a:t>
            </a:r>
            <a:r>
              <a:rPr lang="en-US" altLang="zh-CN" sz="4400" dirty="0"/>
              <a:t>down</a:t>
            </a:r>
            <a:r>
              <a:rPr lang="zh-CN" altLang="zh-CN" sz="4400" dirty="0"/>
              <a:t>”参数，要重新启动网卡，则需使用“</a:t>
            </a:r>
            <a:r>
              <a:rPr lang="en-US" altLang="zh-CN" sz="4400" dirty="0"/>
              <a:t>up</a:t>
            </a:r>
            <a:r>
              <a:rPr lang="zh-CN" altLang="zh-CN" sz="4400" dirty="0"/>
              <a:t>”参数。</a:t>
            </a:r>
          </a:p>
          <a:p>
            <a:pPr marL="0" indent="0">
              <a:spcBef>
                <a:spcPts val="0"/>
              </a:spcBef>
              <a:spcAft>
                <a:spcPts val="0"/>
              </a:spcAft>
              <a:buFont typeface="Arial" panose="020B0604020202020204" pitchFamily="34" charset="0"/>
              <a:buNone/>
              <a:defRPr/>
            </a:pPr>
            <a:r>
              <a:rPr lang="en-US" altLang="zh-CN" sz="4400" dirty="0"/>
              <a:t>#</a:t>
            </a:r>
            <a:r>
              <a:rPr lang="en-US" altLang="zh-CN" sz="4400" dirty="0" err="1"/>
              <a:t>ifconfig</a:t>
            </a:r>
            <a:r>
              <a:rPr lang="en-US" altLang="zh-CN" sz="4400" dirty="0"/>
              <a:t> eth0 down		#</a:t>
            </a:r>
            <a:r>
              <a:rPr lang="zh-CN" altLang="zh-CN" sz="4400" dirty="0"/>
              <a:t>停用</a:t>
            </a:r>
            <a:r>
              <a:rPr lang="en-US" altLang="zh-CN" sz="4400" dirty="0"/>
              <a:t>eth0</a:t>
            </a:r>
            <a:r>
              <a:rPr lang="zh-CN" altLang="zh-CN" sz="4400" dirty="0"/>
              <a:t>网卡</a:t>
            </a:r>
          </a:p>
          <a:p>
            <a:pPr marL="0" indent="0">
              <a:spcBef>
                <a:spcPts val="0"/>
              </a:spcBef>
              <a:spcAft>
                <a:spcPts val="0"/>
              </a:spcAft>
              <a:buFont typeface="Arial" panose="020B0604020202020204" pitchFamily="34" charset="0"/>
              <a:buNone/>
              <a:defRPr/>
            </a:pPr>
            <a:r>
              <a:rPr lang="en-US" altLang="zh-CN" sz="4400" dirty="0"/>
              <a:t>#</a:t>
            </a:r>
            <a:r>
              <a:rPr lang="en-US" altLang="zh-CN" sz="4400" dirty="0" err="1"/>
              <a:t>ifconfig</a:t>
            </a:r>
            <a:r>
              <a:rPr lang="en-US" altLang="zh-CN" sz="4400" dirty="0"/>
              <a:t> eth0 up			#</a:t>
            </a:r>
            <a:r>
              <a:rPr lang="zh-CN" altLang="zh-CN" sz="4400" dirty="0"/>
              <a:t>应用</a:t>
            </a:r>
            <a:r>
              <a:rPr lang="en-US" altLang="zh-CN" sz="4400" dirty="0"/>
              <a:t>eth0</a:t>
            </a:r>
            <a:r>
              <a:rPr lang="zh-CN" altLang="zh-CN" sz="4400" dirty="0"/>
              <a:t>网卡</a:t>
            </a:r>
          </a:p>
          <a:p>
            <a:pPr>
              <a:lnSpc>
                <a:spcPct val="150000"/>
              </a:lnSpc>
              <a:defRPr/>
            </a:pPr>
            <a:endParaRPr lang="zh-CN" alt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4818" name="标题 1">
            <a:extLst>
              <a:ext uri="{FF2B5EF4-FFF2-40B4-BE49-F238E27FC236}">
                <a16:creationId xmlns:a16="http://schemas.microsoft.com/office/drawing/2014/main" id="{C35589FD-D9FD-42A8-EFEC-C107A17751B9}"/>
              </a:ext>
            </a:extLst>
          </p:cNvPr>
          <p:cNvSpPr>
            <a:spLocks noGrp="1" noChangeArrowheads="1"/>
          </p:cNvSpPr>
          <p:nvPr>
            <p:ph type="title"/>
          </p:nvPr>
        </p:nvSpPr>
        <p:spPr>
          <a:xfrm>
            <a:off x="31750" y="127000"/>
            <a:ext cx="8620125" cy="406400"/>
          </a:xfrm>
        </p:spPr>
        <p:txBody>
          <a:bodyPr/>
          <a:lstStyle/>
          <a:p>
            <a:r>
              <a:rPr lang="en-US" altLang="zh-CN"/>
              <a:t>9.3.4  </a:t>
            </a:r>
            <a:r>
              <a:rPr lang="zh-CN" altLang="zh-CN"/>
              <a:t>网络接口配置（</a:t>
            </a:r>
            <a:r>
              <a:rPr lang="en-US" altLang="zh-CN"/>
              <a:t>ifconfig</a:t>
            </a:r>
            <a:r>
              <a:rPr lang="zh-CN" altLang="zh-CN"/>
              <a:t>）</a:t>
            </a:r>
            <a:endParaRPr lang="zh-CN" altLang="en-US"/>
          </a:p>
        </p:txBody>
      </p:sp>
      <p:sp>
        <p:nvSpPr>
          <p:cNvPr id="1048664" name="内容占位符 2">
            <a:extLst>
              <a:ext uri="{FF2B5EF4-FFF2-40B4-BE49-F238E27FC236}">
                <a16:creationId xmlns:a16="http://schemas.microsoft.com/office/drawing/2014/main" id="{C184B4F1-4ED2-5937-9044-2D5380DE5E88}"/>
              </a:ext>
            </a:extLst>
          </p:cNvPr>
          <p:cNvSpPr>
            <a:spLocks noGrp="1"/>
          </p:cNvSpPr>
          <p:nvPr>
            <p:ph idx="1"/>
          </p:nvPr>
        </p:nvSpPr>
        <p:spPr>
          <a:xfrm>
            <a:off x="31750" y="549275"/>
            <a:ext cx="9004300" cy="5832475"/>
          </a:xfrm>
        </p:spPr>
        <p:txBody>
          <a:bodyPr/>
          <a:lstStyle/>
          <a:p>
            <a:pPr>
              <a:spcBef>
                <a:spcPts val="0"/>
              </a:spcBef>
              <a:spcAft>
                <a:spcPts val="0"/>
              </a:spcAft>
              <a:defRPr/>
            </a:pPr>
            <a:r>
              <a:rPr lang="en-US" altLang="zh-CN" dirty="0"/>
              <a:t>3</a:t>
            </a:r>
            <a:r>
              <a:rPr lang="zh-CN" altLang="zh-CN" dirty="0"/>
              <a:t>．设置网卡配置</a:t>
            </a:r>
          </a:p>
          <a:p>
            <a:pPr marL="0" indent="0" fontAlgn="ctr">
              <a:spcBef>
                <a:spcPts val="0"/>
              </a:spcBef>
              <a:spcAft>
                <a:spcPts val="0"/>
              </a:spcAft>
              <a:buFont typeface="Arial" panose="020B0604020202020204" pitchFamily="34" charset="0"/>
              <a:buNone/>
              <a:defRPr/>
            </a:pPr>
            <a:r>
              <a:rPr lang="zh-CN" altLang="zh-CN" dirty="0"/>
              <a:t>（</a:t>
            </a:r>
            <a:r>
              <a:rPr lang="en-US" altLang="zh-CN" dirty="0"/>
              <a:t>1</a:t>
            </a:r>
            <a:r>
              <a:rPr lang="zh-CN" altLang="zh-CN" dirty="0"/>
              <a:t>）</a:t>
            </a:r>
            <a:r>
              <a:rPr lang="zh-CN" altLang="zh-CN" dirty="0">
                <a:solidFill>
                  <a:srgbClr val="FF0000"/>
                </a:solidFill>
              </a:rPr>
              <a:t>修改网卡设置</a:t>
            </a:r>
          </a:p>
          <a:p>
            <a:pPr marL="0" indent="0">
              <a:spcBef>
                <a:spcPts val="0"/>
              </a:spcBef>
              <a:spcAft>
                <a:spcPts val="0"/>
              </a:spcAft>
              <a:buFont typeface="Arial" panose="020B0604020202020204" pitchFamily="34" charset="0"/>
              <a:buNone/>
              <a:defRPr/>
            </a:pPr>
            <a:r>
              <a:rPr lang="en-US" altLang="zh-CN" dirty="0"/>
              <a:t>##</a:t>
            </a:r>
            <a:r>
              <a:rPr lang="zh-CN" altLang="zh-CN" dirty="0"/>
              <a:t>把</a:t>
            </a:r>
            <a:r>
              <a:rPr lang="en-US" altLang="zh-CN" dirty="0"/>
              <a:t>eth0</a:t>
            </a:r>
            <a:r>
              <a:rPr lang="zh-CN" altLang="zh-CN" dirty="0"/>
              <a:t>网卡的</a:t>
            </a:r>
            <a:r>
              <a:rPr lang="en-US" altLang="zh-CN" dirty="0"/>
              <a:t>IP</a:t>
            </a:r>
            <a:r>
              <a:rPr lang="zh-CN" altLang="zh-CN" dirty="0"/>
              <a:t>地址和子网掩码分别改变为</a:t>
            </a:r>
            <a:r>
              <a:rPr lang="en-US" altLang="zh-CN" dirty="0"/>
              <a:t>202.196.233.5</a:t>
            </a:r>
            <a:r>
              <a:rPr lang="zh-CN" altLang="zh-CN" dirty="0"/>
              <a:t>和</a:t>
            </a:r>
            <a:r>
              <a:rPr lang="en-US" altLang="zh-CN" dirty="0"/>
              <a:t>255.255.255.0</a:t>
            </a:r>
            <a:r>
              <a:rPr lang="zh-CN" altLang="zh-CN" dirty="0"/>
              <a:t>。</a:t>
            </a:r>
          </a:p>
          <a:p>
            <a:pPr marL="0" indent="0">
              <a:spcBef>
                <a:spcPts val="0"/>
              </a:spcBef>
              <a:spcAft>
                <a:spcPts val="0"/>
              </a:spcAft>
              <a:buFont typeface="Arial" panose="020B0604020202020204" pitchFamily="34" charset="0"/>
              <a:buNone/>
              <a:defRPr/>
            </a:pPr>
            <a:r>
              <a:rPr lang="en-US" altLang="zh-CN" dirty="0"/>
              <a:t>#</a:t>
            </a:r>
            <a:r>
              <a:rPr lang="en-US" altLang="zh-CN" dirty="0" err="1"/>
              <a:t>ifconfig</a:t>
            </a:r>
            <a:r>
              <a:rPr lang="en-US" altLang="zh-CN" dirty="0"/>
              <a:t> eth0 202.196.233.5 </a:t>
            </a:r>
            <a:r>
              <a:rPr lang="en-US" altLang="zh-CN" dirty="0" err="1"/>
              <a:t>netmask</a:t>
            </a:r>
            <a:r>
              <a:rPr lang="en-US" altLang="zh-CN" dirty="0"/>
              <a:t> 255.255.255.0</a:t>
            </a:r>
            <a:endParaRPr lang="zh-CN" altLang="zh-CN" dirty="0"/>
          </a:p>
          <a:p>
            <a:pPr marL="0" indent="0" fontAlgn="ctr">
              <a:spcBef>
                <a:spcPts val="0"/>
              </a:spcBef>
              <a:spcAft>
                <a:spcPts val="0"/>
              </a:spcAft>
              <a:buFont typeface="Arial" panose="020B0604020202020204" pitchFamily="34" charset="0"/>
              <a:buNone/>
              <a:defRPr/>
            </a:pPr>
            <a:r>
              <a:rPr lang="zh-CN" altLang="zh-CN" dirty="0"/>
              <a:t>（</a:t>
            </a:r>
            <a:r>
              <a:rPr lang="en-US" altLang="zh-CN" dirty="0"/>
              <a:t>2</a:t>
            </a:r>
            <a:r>
              <a:rPr lang="zh-CN" altLang="zh-CN" dirty="0"/>
              <a:t>）</a:t>
            </a:r>
            <a:r>
              <a:rPr lang="zh-CN" altLang="zh-CN" dirty="0">
                <a:solidFill>
                  <a:srgbClr val="FF0000"/>
                </a:solidFill>
              </a:rPr>
              <a:t>在指定网卡上增加一个</a:t>
            </a:r>
            <a:r>
              <a:rPr lang="en-US" altLang="zh-CN" dirty="0">
                <a:solidFill>
                  <a:srgbClr val="FF0000"/>
                </a:solidFill>
              </a:rPr>
              <a:t>IP</a:t>
            </a:r>
            <a:r>
              <a:rPr lang="zh-CN" altLang="zh-CN" dirty="0">
                <a:solidFill>
                  <a:srgbClr val="FF0000"/>
                </a:solidFill>
              </a:rPr>
              <a:t>地址</a:t>
            </a:r>
            <a:r>
              <a:rPr lang="en-US" altLang="zh-CN" dirty="0"/>
              <a:t> </a:t>
            </a:r>
            <a:endParaRPr lang="zh-CN" altLang="zh-CN" dirty="0"/>
          </a:p>
          <a:p>
            <a:pPr marL="0" indent="0">
              <a:spcBef>
                <a:spcPts val="0"/>
              </a:spcBef>
              <a:spcAft>
                <a:spcPts val="0"/>
              </a:spcAft>
              <a:buFont typeface="Arial" panose="020B0604020202020204" pitchFamily="34" charset="0"/>
              <a:buNone/>
              <a:defRPr/>
            </a:pPr>
            <a:r>
              <a:rPr lang="en-US" altLang="zh-CN" dirty="0"/>
              <a:t>##</a:t>
            </a:r>
            <a:r>
              <a:rPr lang="zh-CN" altLang="zh-CN" dirty="0"/>
              <a:t>在指定网卡</a:t>
            </a:r>
            <a:r>
              <a:rPr lang="en-US" altLang="zh-CN" dirty="0"/>
              <a:t>eth0</a:t>
            </a:r>
            <a:r>
              <a:rPr lang="zh-CN" altLang="zh-CN" dirty="0"/>
              <a:t>上增加一个地址</a:t>
            </a:r>
            <a:r>
              <a:rPr lang="en-US" altLang="zh-CN" dirty="0"/>
              <a:t>202.196.235.0</a:t>
            </a:r>
            <a:r>
              <a:rPr lang="zh-CN" altLang="zh-CN" dirty="0"/>
              <a:t>网络掩码为</a:t>
            </a:r>
            <a:r>
              <a:rPr lang="en-US" altLang="zh-CN" dirty="0"/>
              <a:t>255.255.255.0</a:t>
            </a:r>
            <a:endParaRPr lang="zh-CN" altLang="zh-CN" dirty="0"/>
          </a:p>
          <a:p>
            <a:pPr marL="0" indent="0">
              <a:spcBef>
                <a:spcPts val="0"/>
              </a:spcBef>
              <a:spcAft>
                <a:spcPts val="0"/>
              </a:spcAft>
              <a:buFont typeface="Arial" panose="020B0604020202020204" pitchFamily="34" charset="0"/>
              <a:buNone/>
              <a:defRPr/>
            </a:pPr>
            <a:r>
              <a:rPr lang="en-US" altLang="zh-CN" dirty="0"/>
              <a:t>#</a:t>
            </a:r>
            <a:r>
              <a:rPr lang="en-US" altLang="zh-CN" dirty="0" err="1"/>
              <a:t>ifconfig</a:t>
            </a:r>
            <a:r>
              <a:rPr lang="en-US" altLang="zh-CN" dirty="0"/>
              <a:t> eth0:1 202.196.235.0 up</a:t>
            </a:r>
            <a:endParaRPr lang="zh-CN" altLang="zh-CN" dirty="0"/>
          </a:p>
          <a:p>
            <a:pPr marL="0" indent="0">
              <a:spcBef>
                <a:spcPts val="0"/>
              </a:spcBef>
              <a:spcAft>
                <a:spcPts val="0"/>
              </a:spcAft>
              <a:buFont typeface="Arial" panose="020B0604020202020204" pitchFamily="34" charset="0"/>
              <a:buNone/>
              <a:defRPr/>
            </a:pPr>
            <a:r>
              <a:rPr lang="en-US" altLang="zh-CN" dirty="0"/>
              <a:t>##</a:t>
            </a:r>
            <a:r>
              <a:rPr lang="zh-CN" altLang="zh-CN" dirty="0"/>
              <a:t>在指定网卡</a:t>
            </a:r>
            <a:r>
              <a:rPr lang="en-US" altLang="zh-CN" dirty="0"/>
              <a:t>eth0</a:t>
            </a:r>
            <a:r>
              <a:rPr lang="zh-CN" altLang="zh-CN" dirty="0"/>
              <a:t>上增加一个网络为地址</a:t>
            </a:r>
            <a:r>
              <a:rPr lang="en-US" altLang="zh-CN" dirty="0"/>
              <a:t>202.196.238.0</a:t>
            </a:r>
            <a:r>
              <a:rPr lang="zh-CN" altLang="zh-CN" dirty="0"/>
              <a:t>，网络掩码长度为</a:t>
            </a:r>
            <a:r>
              <a:rPr lang="en-US" altLang="zh-CN" dirty="0"/>
              <a:t>26</a:t>
            </a:r>
            <a:r>
              <a:rPr lang="zh-CN" altLang="zh-CN" dirty="0"/>
              <a:t>位的网络</a:t>
            </a:r>
            <a:endParaRPr lang="en-US" altLang="zh-CN" dirty="0"/>
          </a:p>
          <a:p>
            <a:pPr marL="0" indent="0">
              <a:spcBef>
                <a:spcPts val="0"/>
              </a:spcBef>
              <a:spcAft>
                <a:spcPts val="0"/>
              </a:spcAft>
              <a:buFont typeface="Arial" panose="020B0604020202020204" pitchFamily="34" charset="0"/>
              <a:buNone/>
              <a:defRPr/>
            </a:pPr>
            <a:r>
              <a:rPr lang="en-US" altLang="zh-CN" dirty="0"/>
              <a:t>#</a:t>
            </a:r>
            <a:r>
              <a:rPr lang="en-US" altLang="zh-CN" dirty="0" err="1"/>
              <a:t>ifconfig</a:t>
            </a:r>
            <a:r>
              <a:rPr lang="en-US" altLang="zh-CN" dirty="0"/>
              <a:t> eth0:2 202.196.238.0/26 up</a:t>
            </a:r>
            <a:endParaRPr lang="zh-CN" alt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842" name="文本框 4">
            <a:extLst>
              <a:ext uri="{FF2B5EF4-FFF2-40B4-BE49-F238E27FC236}">
                <a16:creationId xmlns:a16="http://schemas.microsoft.com/office/drawing/2014/main" id="{21E4CE4A-994B-309E-4174-088C832D469F}"/>
              </a:ext>
            </a:extLst>
          </p:cNvPr>
          <p:cNvSpPr txBox="1">
            <a:spLocks noChangeArrowheads="1"/>
          </p:cNvSpPr>
          <p:nvPr/>
        </p:nvSpPr>
        <p:spPr bwMode="auto">
          <a:xfrm>
            <a:off x="539750" y="1628775"/>
            <a:ext cx="7920038"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rgbClr val="000000"/>
                </a:solidFill>
                <a:latin typeface="AR PL SungtiL GB" charset="0"/>
                <a:ea typeface="宋体" panose="02010600030101010101" pitchFamily="2" charset="-122"/>
              </a:defRPr>
            </a:lvl1pPr>
            <a:lvl2pPr marL="742950" indent="-285750">
              <a:defRPr sz="2800" b="1">
                <a:solidFill>
                  <a:srgbClr val="000000"/>
                </a:solidFill>
                <a:latin typeface="AR PL SungtiL GB" charset="0"/>
                <a:ea typeface="宋体" panose="02010600030101010101" pitchFamily="2" charset="-122"/>
              </a:defRPr>
            </a:lvl2pPr>
            <a:lvl3pPr marL="1143000" indent="-228600">
              <a:defRPr sz="2800" b="1">
                <a:solidFill>
                  <a:srgbClr val="000000"/>
                </a:solidFill>
                <a:latin typeface="AR PL SungtiL GB" charset="0"/>
                <a:ea typeface="宋体" panose="02010600030101010101" pitchFamily="2" charset="-122"/>
              </a:defRPr>
            </a:lvl3pPr>
            <a:lvl4pPr marL="1600200" indent="-228600">
              <a:defRPr sz="2800" b="1">
                <a:solidFill>
                  <a:srgbClr val="000000"/>
                </a:solidFill>
                <a:latin typeface="AR PL SungtiL GB" charset="0"/>
                <a:ea typeface="宋体" panose="02010600030101010101" pitchFamily="2" charset="-122"/>
              </a:defRPr>
            </a:lvl4pPr>
            <a:lvl5pPr marL="2057400" indent="-228600">
              <a:defRPr sz="2800" b="1">
                <a:solidFill>
                  <a:srgbClr val="000000"/>
                </a:solidFill>
                <a:latin typeface="AR PL SungtiL GB" charset="0"/>
                <a:ea typeface="宋体" panose="02010600030101010101" pitchFamily="2" charset="-122"/>
              </a:defRPr>
            </a:lvl5pPr>
            <a:lvl6pPr marL="25146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6pPr>
            <a:lvl7pPr marL="29718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7pPr>
            <a:lvl8pPr marL="34290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8pPr>
            <a:lvl9pPr marL="38862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9pPr>
          </a:lstStyle>
          <a:p>
            <a:r>
              <a:rPr lang="zh-CN" altLang="en-US"/>
              <a:t>给一个参考网址，仅供参考：</a:t>
            </a:r>
            <a:endParaRPr lang="en-US" altLang="zh-CN"/>
          </a:p>
          <a:p>
            <a:r>
              <a:rPr lang="en-US" altLang="zh-CN"/>
              <a:t>https://blog.csdn.net/weixin_43997530/article/details/102920642</a:t>
            </a:r>
            <a:endParaRPr lang="zh-CN" altLang="en-US"/>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png"/></Relationships>
</file>

<file path=ppt/theme/_rels/theme2.xml.rels><?xml version="1.0" encoding="UTF-8" standalone="yes"?>
<Relationships xmlns="http://schemas.openxmlformats.org/package/2006/relationships"><Relationship Id="rId1" Type="http://schemas.openxmlformats.org/officeDocument/2006/relationships/image" Target="../media/image1.png"/></Relationships>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AR PL SungtiL GB"/>
        <a:ea typeface="华文新魏"/>
        <a:cs typeface=""/>
      </a:majorFont>
      <a:minorFont>
        <a:latin typeface="AR PL SungtiL GB"/>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0000" tIns="46800" rIns="90000" bIns="46800" numCol="1" anchor="t" anchorCtr="0" compatLnSpc="1">
        <a:prstTxWarp prst="textNoShape">
          <a:avLst/>
        </a:prstTxWarp>
      </a:bodyPr>
      <a:lstStyle>
        <a:defPPr marL="987425" marR="0" indent="-357188" algn="l" defTabSz="449263" rtl="0" eaLnBrk="1" fontAlgn="base" latinLnBrk="0" hangingPunct="1">
          <a:lnSpc>
            <a:spcPct val="100000"/>
          </a:lnSpc>
          <a:spcBef>
            <a:spcPts val="800"/>
          </a:spcBef>
          <a:spcAft>
            <a:spcPts val="800"/>
          </a:spcAft>
          <a:buClr>
            <a:srgbClr val="000000"/>
          </a:buClr>
          <a:buSzTx/>
          <a:buFont typeface="Arial" panose="020B0604020202020204" pitchFamily="34" charset="0"/>
          <a:buBlip>
            <a:blip xmlns:r="http://schemas.openxmlformats.org/officeDocument/2006/relationships" r:embed="rId1"/>
          </a:buBlip>
          <a:tabLst/>
          <a:defRPr kumimoji="0" lang="en-GB" sz="2800" b="1" i="0" u="none" strike="noStrike" cap="none" normalizeH="0" baseline="0" smtClean="0">
            <a:ln>
              <a:noFill/>
            </a:ln>
            <a:solidFill>
              <a:srgbClr val="000000"/>
            </a:solidFill>
            <a:effectLst/>
            <a:latin typeface="AR PL SungtiL GB" charset="0"/>
            <a:ea typeface="宋体" panose="02010600030101010101" pitchFamily="2"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0000" tIns="46800" rIns="90000" bIns="46800" numCol="1" anchor="t" anchorCtr="0" compatLnSpc="1">
        <a:prstTxWarp prst="textNoShape">
          <a:avLst/>
        </a:prstTxWarp>
      </a:bodyPr>
      <a:lstStyle>
        <a:defPPr marL="987425" marR="0" indent="-357188" algn="l" defTabSz="449263" rtl="0" eaLnBrk="1" fontAlgn="base" latinLnBrk="0" hangingPunct="1">
          <a:lnSpc>
            <a:spcPct val="100000"/>
          </a:lnSpc>
          <a:spcBef>
            <a:spcPts val="800"/>
          </a:spcBef>
          <a:spcAft>
            <a:spcPts val="800"/>
          </a:spcAft>
          <a:buClr>
            <a:srgbClr val="000000"/>
          </a:buClr>
          <a:buSzTx/>
          <a:buFont typeface="Arial" panose="020B0604020202020204" pitchFamily="34" charset="0"/>
          <a:buBlip>
            <a:blip xmlns:r="http://schemas.openxmlformats.org/officeDocument/2006/relationships" r:embed="rId1"/>
          </a:buBlip>
          <a:tabLst/>
          <a:defRPr kumimoji="0" lang="en-GB" sz="2800" b="1" i="0" u="none" strike="noStrike" cap="none" normalizeH="0" baseline="0" smtClean="0">
            <a:ln>
              <a:noFill/>
            </a:ln>
            <a:solidFill>
              <a:srgbClr val="000000"/>
            </a:solidFill>
            <a:effectLst/>
            <a:latin typeface="AR PL SungtiL GB"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自定义设计方案">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0000" tIns="46800" rIns="90000" bIns="46800" numCol="1" anchor="t" anchorCtr="0" compatLnSpc="1">
        <a:prstTxWarp prst="textNoShape">
          <a:avLst/>
        </a:prstTxWarp>
      </a:bodyPr>
      <a:lstStyle>
        <a:defPPr marL="987425" marR="0" indent="-357188" algn="l" defTabSz="449263" rtl="0" eaLnBrk="1" fontAlgn="base" latinLnBrk="0" hangingPunct="1">
          <a:lnSpc>
            <a:spcPct val="100000"/>
          </a:lnSpc>
          <a:spcBef>
            <a:spcPts val="800"/>
          </a:spcBef>
          <a:spcAft>
            <a:spcPts val="800"/>
          </a:spcAft>
          <a:buClr>
            <a:srgbClr val="000000"/>
          </a:buClr>
          <a:buSzTx/>
          <a:buFont typeface="Arial" panose="020B0604020202020204" pitchFamily="34" charset="0"/>
          <a:buBlip>
            <a:blip xmlns:r="http://schemas.openxmlformats.org/officeDocument/2006/relationships" r:embed="rId1"/>
          </a:buBlip>
          <a:tabLst/>
          <a:defRPr kumimoji="0" lang="en-GB" sz="2800" b="1" i="0" u="none" strike="noStrike" cap="none" normalizeH="0" baseline="0" smtClean="0">
            <a:ln>
              <a:noFill/>
            </a:ln>
            <a:solidFill>
              <a:srgbClr val="000000"/>
            </a:solidFill>
            <a:effectLst/>
            <a:latin typeface="AR PL SungtiL GB" charset="0"/>
            <a:ea typeface="宋体" panose="02010600030101010101" pitchFamily="2"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0000" tIns="46800" rIns="90000" bIns="46800" numCol="1" anchor="t" anchorCtr="0" compatLnSpc="1">
        <a:prstTxWarp prst="textNoShape">
          <a:avLst/>
        </a:prstTxWarp>
      </a:bodyPr>
      <a:lstStyle>
        <a:defPPr marL="987425" marR="0" indent="-357188" algn="l" defTabSz="449263" rtl="0" eaLnBrk="1" fontAlgn="base" latinLnBrk="0" hangingPunct="1">
          <a:lnSpc>
            <a:spcPct val="100000"/>
          </a:lnSpc>
          <a:spcBef>
            <a:spcPts val="800"/>
          </a:spcBef>
          <a:spcAft>
            <a:spcPts val="800"/>
          </a:spcAft>
          <a:buClr>
            <a:srgbClr val="000000"/>
          </a:buClr>
          <a:buSzTx/>
          <a:buFont typeface="Arial" panose="020B0604020202020204" pitchFamily="34" charset="0"/>
          <a:buBlip>
            <a:blip xmlns:r="http://schemas.openxmlformats.org/officeDocument/2006/relationships" r:embed="rId1"/>
          </a:buBlip>
          <a:tabLst/>
          <a:defRPr kumimoji="0" lang="en-GB" sz="2800" b="1" i="0" u="none" strike="noStrike" cap="none" normalizeH="0" baseline="0" smtClean="0">
            <a:ln>
              <a:noFill/>
            </a:ln>
            <a:solidFill>
              <a:srgbClr val="000000"/>
            </a:solidFill>
            <a:effectLst/>
            <a:latin typeface="AR PL SungtiL GB" charset="0"/>
            <a:ea typeface="宋体" panose="02010600030101010101" pitchFamily="2" charset="-122"/>
          </a:defRPr>
        </a:defPPr>
      </a:lstStyle>
    </a:lnDef>
  </a:objectDefaults>
  <a:extraClrSchemeLst>
    <a:extraClrScheme>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4051</TotalTime>
  <Words>4419</Words>
  <Application>Microsoft Office PowerPoint</Application>
  <PresentationFormat>全屏显示(4:3)</PresentationFormat>
  <Paragraphs>281</Paragraphs>
  <Slides>27</Slides>
  <Notes>3</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27</vt:i4>
      </vt:variant>
    </vt:vector>
  </HeadingPairs>
  <TitlesOfParts>
    <vt:vector size="36" baseType="lpstr">
      <vt:lpstr>AR PL SungtiL GB</vt:lpstr>
      <vt:lpstr>华文新魏</vt:lpstr>
      <vt:lpstr>幼圆</vt:lpstr>
      <vt:lpstr>Arial</vt:lpstr>
      <vt:lpstr>Tahoma</vt:lpstr>
      <vt:lpstr>Times New Roman</vt:lpstr>
      <vt:lpstr>Wingdings</vt:lpstr>
      <vt:lpstr>默认设计模板</vt:lpstr>
      <vt:lpstr>自定义设计方案</vt:lpstr>
      <vt:lpstr>PowerPoint 演示文稿</vt:lpstr>
      <vt:lpstr>第10（16）章  DHCP服务器</vt:lpstr>
      <vt:lpstr>16.1  DHCP介绍</vt:lpstr>
      <vt:lpstr>16.1  DHCP介绍</vt:lpstr>
      <vt:lpstr>16.1  DHCP介绍</vt:lpstr>
      <vt:lpstr>16.1  DHCP介绍</vt:lpstr>
      <vt:lpstr>16.2  DHCP服务器的安装与启动管理</vt:lpstr>
      <vt:lpstr>16.2  DHCP服务器的安装与启动管理</vt:lpstr>
      <vt:lpstr>16.3  DHCP的配置</vt:lpstr>
      <vt:lpstr>16.3  DHCP的配置</vt:lpstr>
      <vt:lpstr>16.3  DHCP的配置</vt:lpstr>
      <vt:lpstr>16.3  DHCP的配置</vt:lpstr>
      <vt:lpstr>16.3  DHCP的配置</vt:lpstr>
      <vt:lpstr>16.3  DHCP的配置</vt:lpstr>
      <vt:lpstr>16.3  DHCP的配置</vt:lpstr>
      <vt:lpstr>16.3  DHCP的配置</vt:lpstr>
      <vt:lpstr>16.3  DHCP的配置</vt:lpstr>
      <vt:lpstr>16.4  DHCP规划</vt:lpstr>
      <vt:lpstr>16.4  DHCP规划</vt:lpstr>
      <vt:lpstr>16.4  DHCP规划</vt:lpstr>
      <vt:lpstr>16.5  DHCP客户端设置</vt:lpstr>
      <vt:lpstr>9.3.4  网络接口配置（ifconfig）</vt:lpstr>
      <vt:lpstr>9.3.4  网络接口配置（ifconfig）</vt:lpstr>
      <vt:lpstr>9.3.4  网络接口配置（ifconfig）</vt:lpstr>
      <vt:lpstr>9.3.4  网络接口配置（ifconfig）</vt:lpstr>
      <vt:lpstr>9.3.4  网络接口配置（ifconfig）</vt:lpstr>
      <vt:lpstr>PowerPoint 演示文稿</vt:lpstr>
    </vt:vector>
  </TitlesOfParts>
  <Company>黑龙江大学</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Linux操作系统</dc:title>
  <dc:creator>青巴图</dc:creator>
  <cp:lastModifiedBy>yude bai</cp:lastModifiedBy>
  <cp:revision>414</cp:revision>
  <dcterms:modified xsi:type="dcterms:W3CDTF">2025-08-11T10:00:26Z</dcterms:modified>
</cp:coreProperties>
</file>